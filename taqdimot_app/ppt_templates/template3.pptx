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76" r:id="rId10"/>
    <p:sldId id="263" r:id="rId11"/>
    <p:sldId id="264" r:id="rId12"/>
    <p:sldId id="265" r:id="rId13"/>
    <p:sldId id="277" r:id="rId14"/>
    <p:sldId id="267" r:id="rId15"/>
    <p:sldId id="268" r:id="rId16"/>
    <p:sldId id="269" r:id="rId17"/>
    <p:sldId id="278" r:id="rId18"/>
    <p:sldId id="271" r:id="rId19"/>
    <p:sldId id="272" r:id="rId20"/>
    <p:sldId id="273" r:id="rId21"/>
    <p:sldId id="274" r:id="rId22"/>
    <p:sldId id="279" r:id="rId23"/>
  </p:sldIdLst>
  <p:sldSz cx="12192000" cy="6858000"/>
  <p:notesSz cx="6858000" cy="9144000"/>
  <p:embeddedFontLst>
    <p:embeddedFont>
      <p:font typeface="Open Sans" panose="020B0606030504020204" charset="0"/>
      <p:regular r:id="rId28"/>
      <p:bold r:id="rId29"/>
    </p:embeddedFont>
    <p:embeddedFont>
      <p:font typeface="Open Sans ExtraBold" panose="020B0906030804020204" charset="0"/>
      <p:bold r:id="rId30"/>
    </p:embeddedFont>
    <p:embeddedFont>
      <p:font typeface="Open Sans SemiBold" panose="020B0706030804020204" charset="0"/>
      <p:bold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4B4C"/>
    <a:srgbClr val="F39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9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Open Sans" panose="020B0606030504020204" charset="0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6645968"/>
        <c:axId val="1836646296"/>
      </c:barChart>
      <c:catAx>
        <c:axId val="1836645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Open Sans" panose="020B0606030504020204" charset="0"/>
              </a:defRPr>
            </a:pPr>
          </a:p>
        </c:txPr>
        <c:crossAx val="1836646296"/>
        <c:crosses val="autoZero"/>
        <c:auto val="1"/>
        <c:lblAlgn val="ctr"/>
        <c:lblOffset val="100"/>
        <c:noMultiLvlLbl val="0"/>
      </c:catAx>
      <c:valAx>
        <c:axId val="1836646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Open Sans" panose="020B0606030504020204" charset="0"/>
              </a:defRPr>
            </a:pPr>
          </a:p>
        </c:txPr>
        <c:crossAx val="1836645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Open Sans" panose="020B0606030504020204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124AA194-D278-4174-9C72-8C297FFA5A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3A31B-B740-46F0-AF72-451999D295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BF7B-E3FA-4705-8F8B-86B25308F5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9725-D3BF-4A7B-8835-80EB49903A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8C90BF7B-E3FA-4705-8F8B-86B25308F5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1A929725-D3BF-4A7B-8835-80EB49903AF5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0800" y="-1"/>
            <a:ext cx="12141200" cy="6858001"/>
            <a:chOff x="50800" y="-1"/>
            <a:chExt cx="12141200" cy="6858001"/>
          </a:xfrm>
        </p:grpSpPr>
        <p:grpSp>
          <p:nvGrpSpPr>
            <p:cNvPr id="8" name="组合 7"/>
            <p:cNvGrpSpPr/>
            <p:nvPr/>
          </p:nvGrpSpPr>
          <p:grpSpPr>
            <a:xfrm>
              <a:off x="50800" y="-1"/>
              <a:ext cx="12141200" cy="6858001"/>
              <a:chOff x="50800" y="-1"/>
              <a:chExt cx="12141200" cy="685800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6630236" y="-1"/>
                <a:ext cx="5561764" cy="6858001"/>
                <a:chOff x="5746998" y="-1"/>
                <a:chExt cx="5561764" cy="6858001"/>
              </a:xfrm>
            </p:grpSpPr>
            <p:pic>
              <p:nvPicPr>
                <p:cNvPr id="14" name="图片 13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5380"/>
                <a:stretch>
                  <a:fillRect/>
                </a:stretch>
              </p:blipFill>
              <p:spPr>
                <a:xfrm>
                  <a:off x="6081294" y="0"/>
                  <a:ext cx="5227468" cy="6858000"/>
                </a:xfrm>
                <a:prstGeom prst="rect">
                  <a:avLst/>
                </a:prstGeom>
              </p:spPr>
            </p:pic>
            <p:pic>
              <p:nvPicPr>
                <p:cNvPr id="15" name="图片 14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7301"/>
                <a:stretch>
                  <a:fillRect/>
                </a:stretch>
              </p:blipFill>
              <p:spPr>
                <a:xfrm>
                  <a:off x="5746998" y="-1"/>
                  <a:ext cx="2589134" cy="4985657"/>
                </a:xfrm>
                <a:prstGeom prst="rect">
                  <a:avLst/>
                </a:prstGeom>
              </p:spPr>
            </p:pic>
          </p:grpSp>
          <p:sp>
            <p:nvSpPr>
              <p:cNvPr id="13" name="矩形 12"/>
              <p:cNvSpPr/>
              <p:nvPr/>
            </p:nvSpPr>
            <p:spPr>
              <a:xfrm>
                <a:off x="50800" y="29138"/>
                <a:ext cx="12090400" cy="6800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16889" y="242030"/>
              <a:ext cx="608505" cy="405670"/>
              <a:chOff x="2368968" y="1029430"/>
              <a:chExt cx="971550" cy="647700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2368968" y="1029430"/>
                <a:ext cx="647700" cy="647700"/>
              </a:xfrm>
              <a:prstGeom prst="ellipse">
                <a:avLst/>
              </a:prstGeom>
              <a:solidFill>
                <a:srgbClr val="F3901E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692818" y="1029430"/>
                <a:ext cx="647700" cy="647700"/>
              </a:xfrm>
              <a:prstGeom prst="ellipse">
                <a:avLst/>
              </a:prstGeom>
              <a:solidFill>
                <a:srgbClr val="4B4B4C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6630236" y="-1"/>
            <a:ext cx="5561764" cy="6858001"/>
            <a:chOff x="5746998" y="-1"/>
            <a:chExt cx="5561764" cy="685800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380"/>
            <a:stretch>
              <a:fillRect/>
            </a:stretch>
          </p:blipFill>
          <p:spPr>
            <a:xfrm>
              <a:off x="6081294" y="0"/>
              <a:ext cx="5227468" cy="685800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01"/>
            <a:stretch>
              <a:fillRect/>
            </a:stretch>
          </p:blipFill>
          <p:spPr>
            <a:xfrm>
              <a:off x="5746998" y="-1"/>
              <a:ext cx="2589134" cy="4985657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/>
        </p:nvSpPr>
        <p:spPr>
          <a:xfrm>
            <a:off x="602253" y="2432738"/>
            <a:ext cx="611070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cap="all" dirty="0">
                <a:solidFill>
                  <a:srgbClr val="F3901E"/>
                </a:solidFill>
                <a:uFillTx/>
                <a:latin typeface="Open Sans ExtraBold" panose="020B0906030804020204" charset="0"/>
                <a:ea typeface="Open Sans SemiBold" panose="020B0706030804020204" charset="0"/>
                <a:cs typeface="Open Sans ExtraBold" panose="020B0906030804020204" charset="0"/>
                <a:sym typeface="Arial" panose="020B0604020202020204" pitchFamily="34" charset="0"/>
              </a:rPr>
              <a:t>Our story</a:t>
            </a:r>
            <a:endParaRPr lang="zh-CN" altLang="en-US" sz="6600" cap="all" dirty="0">
              <a:solidFill>
                <a:srgbClr val="F3901E"/>
              </a:solidFill>
              <a:uFillTx/>
              <a:latin typeface="Open Sans ExtraBold" panose="020B0906030804020204" charset="0"/>
              <a:ea typeface="Open Sans SemiBold" panose="020B0706030804020204" charset="0"/>
              <a:cs typeface="Open Sans ExtraBold" panose="020B0906030804020204" charset="0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16206" y="3935320"/>
            <a:ext cx="690344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0" sz="1200" b="0" i="0" u="none" strike="noStrike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demonstrations, lectures, speeches, reports, and more. Most of the time, they're presented before an audience. 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795552" y="4975540"/>
            <a:ext cx="1590066" cy="412455"/>
          </a:xfrm>
          <a:prstGeom prst="roundRect">
            <a:avLst>
              <a:gd name="adj" fmla="val 50000"/>
            </a:avLst>
          </a:prstGeom>
          <a:solidFill>
            <a:srgbClr val="F3901E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Reporter: XX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X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6206" y="3462653"/>
            <a:ext cx="5036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MICRO LECTURE THEME EDUCATION</a:t>
            </a:r>
            <a:endParaRPr lang="zh-CN" altLang="en-US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800703" y="2379465"/>
            <a:ext cx="1407493" cy="1407493"/>
          </a:xfrm>
          <a:prstGeom prst="ellipse">
            <a:avLst/>
          </a:prstGeom>
          <a:blipFill>
            <a:blip r:embed="rId3"/>
            <a:stretch>
              <a:fillRect l="-25519" r="-25424"/>
            </a:stretch>
          </a:blipFill>
          <a:ln w="28575">
            <a:solidFill>
              <a:srgbClr val="4B4B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6280" y="1602740"/>
            <a:ext cx="2545080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4000" dirty="0">
                <a:solidFill>
                  <a:srgbClr val="4B4B4C"/>
                </a:solidFill>
                <a:latin typeface="Open Sans SemiBold" panose="020B0706030804020204" charset="0"/>
                <a:ea typeface="Open Sans SemiBold" panose="020B0706030804020204" charset="0"/>
                <a:cs typeface="+mn-ea"/>
                <a:sym typeface="Arial" panose="020B0604020202020204" pitchFamily="34" charset="0"/>
              </a:rPr>
              <a:t>LOGO</a:t>
            </a:r>
            <a:endParaRPr lang="en-US" altLang="zh-CN" sz="4000" dirty="0">
              <a:solidFill>
                <a:srgbClr val="4B4B4C"/>
              </a:solidFill>
              <a:latin typeface="Open Sans SemiBold" panose="020B0706030804020204" charset="0"/>
              <a:ea typeface="Open Sans SemiBold" panose="020B070603080402020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-1" y="-1"/>
            <a:ext cx="5749607" cy="5448301"/>
            <a:chOff x="3315118" y="-1"/>
            <a:chExt cx="7237268" cy="6858001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62"/>
            <a:stretch>
              <a:fillRect/>
            </a:stretch>
          </p:blipFill>
          <p:spPr>
            <a:xfrm>
              <a:off x="3649414" y="0"/>
              <a:ext cx="6902972" cy="6858000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01"/>
            <a:stretch>
              <a:fillRect/>
            </a:stretch>
          </p:blipFill>
          <p:spPr>
            <a:xfrm>
              <a:off x="3315118" y="-1"/>
              <a:ext cx="2589134" cy="4985657"/>
            </a:xfrm>
            <a:prstGeom prst="rect">
              <a:avLst/>
            </a:prstGeom>
          </p:spPr>
        </p:pic>
      </p:grpSp>
      <p:grpSp>
        <p:nvGrpSpPr>
          <p:cNvPr id="31" name="组合 30"/>
          <p:cNvGrpSpPr/>
          <p:nvPr/>
        </p:nvGrpSpPr>
        <p:grpSpPr>
          <a:xfrm>
            <a:off x="501841" y="1127379"/>
            <a:ext cx="2933065" cy="1322704"/>
            <a:chOff x="1641347" y="1323128"/>
            <a:chExt cx="1989175" cy="897045"/>
          </a:xfrm>
        </p:grpSpPr>
        <p:sp>
          <p:nvSpPr>
            <p:cNvPr id="32" name="椭圆 31"/>
            <p:cNvSpPr/>
            <p:nvPr/>
          </p:nvSpPr>
          <p:spPr>
            <a:xfrm>
              <a:off x="2123668" y="1323128"/>
              <a:ext cx="512352" cy="512352"/>
            </a:xfrm>
            <a:prstGeom prst="ellipse">
              <a:avLst/>
            </a:prstGeom>
            <a:solidFill>
              <a:srgbClr val="4B4B4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>
                  <a:solidFill>
                    <a:schemeClr val="bg1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1</a:t>
              </a:r>
              <a:endParaRPr lang="en-US" altLang="zh-CN" sz="4000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2636020" y="1323128"/>
              <a:ext cx="512352" cy="512352"/>
            </a:xfrm>
            <a:prstGeom prst="ellipse">
              <a:avLst/>
            </a:prstGeom>
            <a:solidFill>
              <a:srgbClr val="4B4B4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2</a:t>
              </a:r>
              <a:endParaRPr lang="en-US" sz="4000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641347" y="1740859"/>
              <a:ext cx="1989175" cy="479314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CONTENTS</a:t>
              </a:r>
              <a:endParaRPr lang="zh-CN" altLang="en-US" sz="4000" b="1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5" name="文本框"/>
          <p:cNvSpPr/>
          <p:nvPr/>
        </p:nvSpPr>
        <p:spPr>
          <a:xfrm>
            <a:off x="7293906" y="1219930"/>
            <a:ext cx="376560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 flipH="1">
            <a:off x="7293906" y="1650798"/>
            <a:ext cx="3550472" cy="300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Briefly elaborate on what you want to discuss. 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文本框"/>
          <p:cNvSpPr/>
          <p:nvPr/>
        </p:nvSpPr>
        <p:spPr>
          <a:xfrm>
            <a:off x="7293906" y="2321041"/>
            <a:ext cx="376560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 flipH="1">
            <a:off x="7293906" y="2751909"/>
            <a:ext cx="3550472" cy="300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Briefly elaborate on what you want to discuss. 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文本框"/>
          <p:cNvSpPr/>
          <p:nvPr/>
        </p:nvSpPr>
        <p:spPr>
          <a:xfrm>
            <a:off x="7293906" y="3422152"/>
            <a:ext cx="376560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 flipH="1">
            <a:off x="7293906" y="3853020"/>
            <a:ext cx="3550472" cy="300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Briefly elaborate on what you want to discuss. 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文本框"/>
          <p:cNvSpPr/>
          <p:nvPr/>
        </p:nvSpPr>
        <p:spPr>
          <a:xfrm>
            <a:off x="7293906" y="4523262"/>
            <a:ext cx="376560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 flipH="1">
            <a:off x="7293906" y="4954130"/>
            <a:ext cx="3550472" cy="300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Briefly elaborate on what you want to discuss. 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6497875" y="1219930"/>
            <a:ext cx="647700" cy="647700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01</a:t>
            </a:r>
            <a:endParaRPr lang="zh-CN" altLang="en-US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497875" y="2321041"/>
            <a:ext cx="647700" cy="647700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02</a:t>
            </a:r>
            <a:endParaRPr lang="zh-CN" altLang="en-US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497875" y="3422152"/>
            <a:ext cx="647700" cy="647700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03</a:t>
            </a:r>
            <a:endParaRPr lang="zh-CN" altLang="en-US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6497875" y="4523262"/>
            <a:ext cx="647700" cy="647700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04</a:t>
            </a:r>
            <a:endParaRPr lang="zh-CN" altLang="en-US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12" name="组合 11"/>
            <p:cNvGrpSpPr/>
            <p:nvPr/>
          </p:nvGrpSpPr>
          <p:grpSpPr>
            <a:xfrm>
              <a:off x="9271000" y="-1"/>
              <a:ext cx="2921000" cy="3601775"/>
              <a:chOff x="5746998" y="-1"/>
              <a:chExt cx="5561764" cy="6858001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  <p:grpSp>
          <p:nvGrpSpPr>
            <p:cNvPr id="28" name="组合 27"/>
            <p:cNvGrpSpPr/>
            <p:nvPr/>
          </p:nvGrpSpPr>
          <p:grpSpPr>
            <a:xfrm flipH="1" flipV="1">
              <a:off x="0" y="3256225"/>
              <a:ext cx="2921000" cy="3601775"/>
              <a:chOff x="5746998" y="-1"/>
              <a:chExt cx="5561764" cy="6858001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</p:grpSp>
      <p:sp>
        <p:nvSpPr>
          <p:cNvPr id="31" name="矩形 30"/>
          <p:cNvSpPr/>
          <p:nvPr/>
        </p:nvSpPr>
        <p:spPr>
          <a:xfrm>
            <a:off x="1605816" y="3010683"/>
            <a:ext cx="8980369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dirty="0">
                <a:solidFill>
                  <a:srgbClr val="4B4B4C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6600" dirty="0">
              <a:solidFill>
                <a:srgbClr val="4B4B4C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22922" y="4107543"/>
            <a:ext cx="694615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sz="1200" b="0" i="0" u="none" strike="noStrike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demonstrations, lectures, speeches, reports, and more. Most of the time, they're presented before an audience.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636538" y="2002791"/>
            <a:ext cx="918925" cy="918925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01</a:t>
            </a:r>
            <a:endParaRPr lang="en-US" altLang="zh-CN" sz="3200" b="1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800370" y="4149080"/>
            <a:ext cx="4863582" cy="1728192"/>
          </a:xfrm>
          <a:prstGeom prst="rect">
            <a:avLst/>
          </a:prstGeom>
          <a:blipFill>
            <a:blip r:embed="rId1"/>
            <a:stretch>
              <a:fillRect t="-44131" b="-4348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216149" y="2058563"/>
            <a:ext cx="4863582" cy="1728192"/>
          </a:xfrm>
          <a:prstGeom prst="rect">
            <a:avLst/>
          </a:prstGeom>
          <a:blipFill>
            <a:blip r:embed="rId2"/>
            <a:stretch>
              <a:fillRect t="-44131" b="-4348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2378" y="2060848"/>
            <a:ext cx="4863582" cy="1728192"/>
          </a:xfrm>
          <a:prstGeom prst="rect">
            <a:avLst/>
          </a:prstGeom>
          <a:solidFill>
            <a:srgbClr val="F17F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00970" y="4149080"/>
            <a:ext cx="4863582" cy="1728192"/>
          </a:xfrm>
          <a:prstGeom prst="rect">
            <a:avLst/>
          </a:prstGeom>
          <a:solidFill>
            <a:srgbClr val="5357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52897" y="3265820"/>
            <a:ext cx="589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Arial" panose="020B0604020202020204" pitchFamily="34" charset="0"/>
                <a:sym typeface="Arial" panose="020B0604020202020204" pitchFamily="34" charset="0"/>
              </a:rPr>
              <a:t>01</a:t>
            </a:r>
            <a:endParaRPr lang="en-US" altLang="zh-CN" sz="280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6149" y="4167223"/>
            <a:ext cx="589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Arial" panose="020B0604020202020204" pitchFamily="34" charset="0"/>
                <a:sym typeface="Arial" panose="020B0604020202020204" pitchFamily="34" charset="0"/>
              </a:rPr>
              <a:t>04</a:t>
            </a:r>
            <a:endParaRPr lang="zh-CN" altLang="en-US" sz="280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16149" y="3265820"/>
            <a:ext cx="589280" cy="521970"/>
          </a:xfrm>
          <a:prstGeom prst="rect">
            <a:avLst/>
          </a:prstGeom>
          <a:solidFill>
            <a:srgbClr val="53575A"/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Arial" panose="020B0604020202020204" pitchFamily="34" charset="0"/>
                <a:sym typeface="Arial" panose="020B0604020202020204" pitchFamily="34" charset="0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78535" y="4149080"/>
            <a:ext cx="589280" cy="521970"/>
          </a:xfrm>
          <a:prstGeom prst="rect">
            <a:avLst/>
          </a:prstGeom>
          <a:solidFill>
            <a:srgbClr val="F17F42"/>
          </a:solidFill>
        </p:spPr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Arial" panose="020B0604020202020204" pitchFamily="34" charset="0"/>
                <a:sym typeface="Arial" panose="020B0604020202020204" pitchFamily="34" charset="0"/>
              </a:rPr>
              <a:t>03</a:t>
            </a:r>
            <a:endParaRPr lang="zh-CN" altLang="en-US" sz="280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22673" y="4394757"/>
            <a:ext cx="1955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Arial" panose="020B0604020202020204" pitchFamily="34" charset="0"/>
                <a:sym typeface="Arial" panose="020B0604020202020204" pitchFamily="34" charset="0"/>
              </a:rPr>
              <a:t>Your Title Here </a:t>
            </a:r>
            <a:endParaRPr lang="en-US" altLang="zh-CN" b="1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22673" y="4797152"/>
            <a:ext cx="4097863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72445" y="2269049"/>
            <a:ext cx="1955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Arial" panose="020B0604020202020204" pitchFamily="34" charset="0"/>
                <a:sym typeface="Arial" panose="020B0604020202020204" pitchFamily="34" charset="0"/>
              </a:rPr>
              <a:t>Your Title Here </a:t>
            </a:r>
            <a:endParaRPr lang="en-US" altLang="zh-CN" b="1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72445" y="2671444"/>
            <a:ext cx="4097863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sz="1200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 flipH="1">
            <a:off x="9622247" y="2315467"/>
            <a:ext cx="1342133" cy="1342133"/>
          </a:xfrm>
          <a:prstGeom prst="ellipse">
            <a:avLst/>
          </a:prstGeom>
          <a:noFill/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 flipH="1">
            <a:off x="10679505" y="2315467"/>
            <a:ext cx="453552" cy="45355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4</a:t>
            </a:r>
            <a:endParaRPr lang="zh-CN" altLang="en-US" sz="18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Freeform 23"/>
          <p:cNvSpPr>
            <a:spLocks noEditPoints="1"/>
          </p:cNvSpPr>
          <p:nvPr/>
        </p:nvSpPr>
        <p:spPr bwMode="auto">
          <a:xfrm flipH="1">
            <a:off x="10089091" y="2830944"/>
            <a:ext cx="370751" cy="408776"/>
          </a:xfrm>
          <a:custGeom>
            <a:avLst/>
            <a:gdLst>
              <a:gd name="T0" fmla="*/ 160 w 176"/>
              <a:gd name="T1" fmla="*/ 130 h 194"/>
              <a:gd name="T2" fmla="*/ 176 w 176"/>
              <a:gd name="T3" fmla="*/ 114 h 194"/>
              <a:gd name="T4" fmla="*/ 160 w 176"/>
              <a:gd name="T5" fmla="*/ 98 h 194"/>
              <a:gd name="T6" fmla="*/ 152 w 176"/>
              <a:gd name="T7" fmla="*/ 100 h 194"/>
              <a:gd name="T8" fmla="*/ 90 w 176"/>
              <a:gd name="T9" fmla="*/ 34 h 194"/>
              <a:gd name="T10" fmla="*/ 91 w 176"/>
              <a:gd name="T11" fmla="*/ 32 h 194"/>
              <a:gd name="T12" fmla="*/ 91 w 176"/>
              <a:gd name="T13" fmla="*/ 7 h 194"/>
              <a:gd name="T14" fmla="*/ 66 w 176"/>
              <a:gd name="T15" fmla="*/ 7 h 194"/>
              <a:gd name="T16" fmla="*/ 51 w 176"/>
              <a:gd name="T17" fmla="*/ 21 h 194"/>
              <a:gd name="T18" fmla="*/ 34 w 176"/>
              <a:gd name="T19" fmla="*/ 18 h 194"/>
              <a:gd name="T20" fmla="*/ 1 w 176"/>
              <a:gd name="T21" fmla="*/ 31 h 194"/>
              <a:gd name="T22" fmla="*/ 1 w 176"/>
              <a:gd name="T23" fmla="*/ 37 h 194"/>
              <a:gd name="T24" fmla="*/ 61 w 176"/>
              <a:gd name="T25" fmla="*/ 97 h 194"/>
              <a:gd name="T26" fmla="*/ 64 w 176"/>
              <a:gd name="T27" fmla="*/ 98 h 194"/>
              <a:gd name="T28" fmla="*/ 67 w 176"/>
              <a:gd name="T29" fmla="*/ 97 h 194"/>
              <a:gd name="T30" fmla="*/ 77 w 176"/>
              <a:gd name="T31" fmla="*/ 47 h 194"/>
              <a:gd name="T32" fmla="*/ 84 w 176"/>
              <a:gd name="T33" fmla="*/ 39 h 194"/>
              <a:gd name="T34" fmla="*/ 146 w 176"/>
              <a:gd name="T35" fmla="*/ 106 h 194"/>
              <a:gd name="T36" fmla="*/ 144 w 176"/>
              <a:gd name="T37" fmla="*/ 114 h 194"/>
              <a:gd name="T38" fmla="*/ 146 w 176"/>
              <a:gd name="T39" fmla="*/ 122 h 194"/>
              <a:gd name="T40" fmla="*/ 126 w 176"/>
              <a:gd name="T41" fmla="*/ 142 h 194"/>
              <a:gd name="T42" fmla="*/ 112 w 176"/>
              <a:gd name="T43" fmla="*/ 138 h 194"/>
              <a:gd name="T44" fmla="*/ 88 w 176"/>
              <a:gd name="T45" fmla="*/ 162 h 194"/>
              <a:gd name="T46" fmla="*/ 52 w 176"/>
              <a:gd name="T47" fmla="*/ 162 h 194"/>
              <a:gd name="T48" fmla="*/ 32 w 176"/>
              <a:gd name="T49" fmla="*/ 182 h 194"/>
              <a:gd name="T50" fmla="*/ 32 w 176"/>
              <a:gd name="T51" fmla="*/ 190 h 194"/>
              <a:gd name="T52" fmla="*/ 36 w 176"/>
              <a:gd name="T53" fmla="*/ 194 h 194"/>
              <a:gd name="T54" fmla="*/ 156 w 176"/>
              <a:gd name="T55" fmla="*/ 194 h 194"/>
              <a:gd name="T56" fmla="*/ 160 w 176"/>
              <a:gd name="T57" fmla="*/ 190 h 194"/>
              <a:gd name="T58" fmla="*/ 160 w 176"/>
              <a:gd name="T59" fmla="*/ 182 h 194"/>
              <a:gd name="T60" fmla="*/ 140 w 176"/>
              <a:gd name="T61" fmla="*/ 162 h 194"/>
              <a:gd name="T62" fmla="*/ 136 w 176"/>
              <a:gd name="T63" fmla="*/ 162 h 194"/>
              <a:gd name="T64" fmla="*/ 132 w 176"/>
              <a:gd name="T65" fmla="*/ 148 h 194"/>
              <a:gd name="T66" fmla="*/ 152 w 176"/>
              <a:gd name="T67" fmla="*/ 128 h 194"/>
              <a:gd name="T68" fmla="*/ 160 w 176"/>
              <a:gd name="T69" fmla="*/ 130 h 194"/>
              <a:gd name="T70" fmla="*/ 55 w 176"/>
              <a:gd name="T71" fmla="*/ 48 h 194"/>
              <a:gd name="T72" fmla="*/ 52 w 176"/>
              <a:gd name="T73" fmla="*/ 50 h 194"/>
              <a:gd name="T74" fmla="*/ 50 w 176"/>
              <a:gd name="T75" fmla="*/ 48 h 194"/>
              <a:gd name="T76" fmla="*/ 31 w 176"/>
              <a:gd name="T77" fmla="*/ 42 h 194"/>
              <a:gd name="T78" fmla="*/ 27 w 176"/>
              <a:gd name="T79" fmla="*/ 39 h 194"/>
              <a:gd name="T80" fmla="*/ 30 w 176"/>
              <a:gd name="T81" fmla="*/ 34 h 194"/>
              <a:gd name="T82" fmla="*/ 34 w 176"/>
              <a:gd name="T83" fmla="*/ 34 h 194"/>
              <a:gd name="T84" fmla="*/ 55 w 176"/>
              <a:gd name="T85" fmla="*/ 43 h 194"/>
              <a:gd name="T86" fmla="*/ 55 w 176"/>
              <a:gd name="T87" fmla="*/ 48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194">
                <a:moveTo>
                  <a:pt x="160" y="130"/>
                </a:moveTo>
                <a:cubicBezTo>
                  <a:pt x="169" y="130"/>
                  <a:pt x="176" y="123"/>
                  <a:pt x="176" y="114"/>
                </a:cubicBezTo>
                <a:cubicBezTo>
                  <a:pt x="176" y="105"/>
                  <a:pt x="169" y="98"/>
                  <a:pt x="160" y="98"/>
                </a:cubicBezTo>
                <a:cubicBezTo>
                  <a:pt x="157" y="98"/>
                  <a:pt x="155" y="99"/>
                  <a:pt x="152" y="100"/>
                </a:cubicBezTo>
                <a:cubicBezTo>
                  <a:pt x="90" y="34"/>
                  <a:pt x="90" y="34"/>
                  <a:pt x="90" y="34"/>
                </a:cubicBezTo>
                <a:cubicBezTo>
                  <a:pt x="91" y="32"/>
                  <a:pt x="91" y="32"/>
                  <a:pt x="91" y="32"/>
                </a:cubicBezTo>
                <a:cubicBezTo>
                  <a:pt x="98" y="25"/>
                  <a:pt x="98" y="14"/>
                  <a:pt x="91" y="7"/>
                </a:cubicBezTo>
                <a:cubicBezTo>
                  <a:pt x="84" y="0"/>
                  <a:pt x="73" y="0"/>
                  <a:pt x="66" y="7"/>
                </a:cubicBezTo>
                <a:cubicBezTo>
                  <a:pt x="51" y="21"/>
                  <a:pt x="51" y="21"/>
                  <a:pt x="51" y="21"/>
                </a:cubicBezTo>
                <a:cubicBezTo>
                  <a:pt x="46" y="19"/>
                  <a:pt x="40" y="18"/>
                  <a:pt x="34" y="18"/>
                </a:cubicBezTo>
                <a:cubicBezTo>
                  <a:pt x="22" y="18"/>
                  <a:pt x="10" y="23"/>
                  <a:pt x="1" y="31"/>
                </a:cubicBezTo>
                <a:cubicBezTo>
                  <a:pt x="0" y="33"/>
                  <a:pt x="0" y="35"/>
                  <a:pt x="1" y="37"/>
                </a:cubicBezTo>
                <a:cubicBezTo>
                  <a:pt x="61" y="97"/>
                  <a:pt x="61" y="97"/>
                  <a:pt x="61" y="97"/>
                </a:cubicBezTo>
                <a:cubicBezTo>
                  <a:pt x="62" y="97"/>
                  <a:pt x="63" y="98"/>
                  <a:pt x="64" y="98"/>
                </a:cubicBezTo>
                <a:cubicBezTo>
                  <a:pt x="65" y="98"/>
                  <a:pt x="66" y="97"/>
                  <a:pt x="67" y="97"/>
                </a:cubicBezTo>
                <a:cubicBezTo>
                  <a:pt x="80" y="83"/>
                  <a:pt x="84" y="63"/>
                  <a:pt x="77" y="47"/>
                </a:cubicBezTo>
                <a:cubicBezTo>
                  <a:pt x="84" y="39"/>
                  <a:pt x="84" y="39"/>
                  <a:pt x="84" y="39"/>
                </a:cubicBezTo>
                <a:cubicBezTo>
                  <a:pt x="146" y="106"/>
                  <a:pt x="146" y="106"/>
                  <a:pt x="146" y="106"/>
                </a:cubicBezTo>
                <a:cubicBezTo>
                  <a:pt x="145" y="108"/>
                  <a:pt x="144" y="111"/>
                  <a:pt x="144" y="114"/>
                </a:cubicBezTo>
                <a:cubicBezTo>
                  <a:pt x="144" y="117"/>
                  <a:pt x="145" y="120"/>
                  <a:pt x="146" y="122"/>
                </a:cubicBezTo>
                <a:cubicBezTo>
                  <a:pt x="126" y="142"/>
                  <a:pt x="126" y="142"/>
                  <a:pt x="126" y="142"/>
                </a:cubicBezTo>
                <a:cubicBezTo>
                  <a:pt x="122" y="140"/>
                  <a:pt x="117" y="138"/>
                  <a:pt x="112" y="138"/>
                </a:cubicBezTo>
                <a:cubicBezTo>
                  <a:pt x="99" y="138"/>
                  <a:pt x="88" y="149"/>
                  <a:pt x="88" y="162"/>
                </a:cubicBezTo>
                <a:cubicBezTo>
                  <a:pt x="52" y="162"/>
                  <a:pt x="52" y="162"/>
                  <a:pt x="52" y="162"/>
                </a:cubicBezTo>
                <a:cubicBezTo>
                  <a:pt x="41" y="162"/>
                  <a:pt x="32" y="171"/>
                  <a:pt x="32" y="182"/>
                </a:cubicBezTo>
                <a:cubicBezTo>
                  <a:pt x="32" y="190"/>
                  <a:pt x="32" y="190"/>
                  <a:pt x="32" y="190"/>
                </a:cubicBezTo>
                <a:cubicBezTo>
                  <a:pt x="32" y="192"/>
                  <a:pt x="34" y="194"/>
                  <a:pt x="36" y="194"/>
                </a:cubicBezTo>
                <a:cubicBezTo>
                  <a:pt x="156" y="194"/>
                  <a:pt x="156" y="194"/>
                  <a:pt x="156" y="194"/>
                </a:cubicBezTo>
                <a:cubicBezTo>
                  <a:pt x="158" y="194"/>
                  <a:pt x="160" y="192"/>
                  <a:pt x="160" y="190"/>
                </a:cubicBezTo>
                <a:cubicBezTo>
                  <a:pt x="160" y="182"/>
                  <a:pt x="160" y="182"/>
                  <a:pt x="160" y="182"/>
                </a:cubicBezTo>
                <a:cubicBezTo>
                  <a:pt x="160" y="171"/>
                  <a:pt x="151" y="162"/>
                  <a:pt x="140" y="162"/>
                </a:cubicBezTo>
                <a:cubicBezTo>
                  <a:pt x="136" y="162"/>
                  <a:pt x="136" y="162"/>
                  <a:pt x="136" y="162"/>
                </a:cubicBezTo>
                <a:cubicBezTo>
                  <a:pt x="136" y="157"/>
                  <a:pt x="134" y="152"/>
                  <a:pt x="132" y="148"/>
                </a:cubicBezTo>
                <a:cubicBezTo>
                  <a:pt x="152" y="128"/>
                  <a:pt x="152" y="128"/>
                  <a:pt x="152" y="128"/>
                </a:cubicBezTo>
                <a:cubicBezTo>
                  <a:pt x="154" y="129"/>
                  <a:pt x="157" y="130"/>
                  <a:pt x="160" y="130"/>
                </a:cubicBezTo>
                <a:close/>
                <a:moveTo>
                  <a:pt x="55" y="48"/>
                </a:moveTo>
                <a:cubicBezTo>
                  <a:pt x="55" y="49"/>
                  <a:pt x="53" y="50"/>
                  <a:pt x="52" y="50"/>
                </a:cubicBezTo>
                <a:cubicBezTo>
                  <a:pt x="51" y="50"/>
                  <a:pt x="50" y="49"/>
                  <a:pt x="50" y="48"/>
                </a:cubicBezTo>
                <a:cubicBezTo>
                  <a:pt x="45" y="43"/>
                  <a:pt x="38" y="41"/>
                  <a:pt x="31" y="42"/>
                </a:cubicBezTo>
                <a:cubicBezTo>
                  <a:pt x="29" y="42"/>
                  <a:pt x="27" y="41"/>
                  <a:pt x="27" y="39"/>
                </a:cubicBezTo>
                <a:cubicBezTo>
                  <a:pt x="26" y="36"/>
                  <a:pt x="28" y="34"/>
                  <a:pt x="30" y="34"/>
                </a:cubicBezTo>
                <a:cubicBezTo>
                  <a:pt x="31" y="34"/>
                  <a:pt x="33" y="34"/>
                  <a:pt x="34" y="34"/>
                </a:cubicBezTo>
                <a:cubicBezTo>
                  <a:pt x="42" y="34"/>
                  <a:pt x="50" y="37"/>
                  <a:pt x="55" y="43"/>
                </a:cubicBezTo>
                <a:cubicBezTo>
                  <a:pt x="57" y="44"/>
                  <a:pt x="57" y="47"/>
                  <a:pt x="55" y="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390" tIns="45695" rIns="91390" bIns="45695" numCol="1" anchor="t" anchorCtr="0" compatLnSpc="1"/>
          <a:lstStyle/>
          <a:p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24"/>
          <p:cNvSpPr/>
          <p:nvPr/>
        </p:nvSpPr>
        <p:spPr bwMode="auto">
          <a:xfrm flipH="1">
            <a:off x="10373095" y="2950963"/>
            <a:ext cx="73675" cy="70110"/>
          </a:xfrm>
          <a:custGeom>
            <a:avLst/>
            <a:gdLst>
              <a:gd name="T0" fmla="*/ 4 w 35"/>
              <a:gd name="T1" fmla="*/ 0 h 33"/>
              <a:gd name="T2" fmla="*/ 9 w 35"/>
              <a:gd name="T3" fmla="*/ 26 h 33"/>
              <a:gd name="T4" fmla="*/ 25 w 35"/>
              <a:gd name="T5" fmla="*/ 33 h 33"/>
              <a:gd name="T6" fmla="*/ 35 w 35"/>
              <a:gd name="T7" fmla="*/ 31 h 33"/>
              <a:gd name="T8" fmla="*/ 4 w 35"/>
              <a:gd name="T9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" h="33">
                <a:moveTo>
                  <a:pt x="4" y="0"/>
                </a:moveTo>
                <a:cubicBezTo>
                  <a:pt x="0" y="9"/>
                  <a:pt x="2" y="19"/>
                  <a:pt x="9" y="26"/>
                </a:cubicBezTo>
                <a:cubicBezTo>
                  <a:pt x="13" y="31"/>
                  <a:pt x="19" y="33"/>
                  <a:pt x="25" y="33"/>
                </a:cubicBezTo>
                <a:cubicBezTo>
                  <a:pt x="28" y="33"/>
                  <a:pt x="32" y="32"/>
                  <a:pt x="35" y="31"/>
                </a:cubicBezTo>
                <a:lnTo>
                  <a:pt x="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390" tIns="45695" rIns="91390" bIns="45695" numCol="1" anchor="t" anchorCtr="0" compatLnSpc="1"/>
          <a:lstStyle/>
          <a:p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 flipH="1">
            <a:off x="6829441" y="2315467"/>
            <a:ext cx="1342133" cy="134213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7886700" y="2315467"/>
            <a:ext cx="453551" cy="45355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3</a:t>
            </a:r>
            <a:endParaRPr lang="zh-CN" altLang="en-US" sz="18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Freeform 25"/>
          <p:cNvSpPr/>
          <p:nvPr/>
        </p:nvSpPr>
        <p:spPr bwMode="auto">
          <a:xfrm flipH="1">
            <a:off x="7295718" y="2811655"/>
            <a:ext cx="319654" cy="406401"/>
          </a:xfrm>
          <a:custGeom>
            <a:avLst/>
            <a:gdLst>
              <a:gd name="T0" fmla="*/ 108 w 152"/>
              <a:gd name="T1" fmla="*/ 161 h 193"/>
              <a:gd name="T2" fmla="*/ 68 w 152"/>
              <a:gd name="T3" fmla="*/ 161 h 193"/>
              <a:gd name="T4" fmla="*/ 68 w 152"/>
              <a:gd name="T5" fmla="*/ 145 h 193"/>
              <a:gd name="T6" fmla="*/ 121 w 152"/>
              <a:gd name="T7" fmla="*/ 122 h 193"/>
              <a:gd name="T8" fmla="*/ 130 w 152"/>
              <a:gd name="T9" fmla="*/ 19 h 193"/>
              <a:gd name="T10" fmla="*/ 130 w 152"/>
              <a:gd name="T11" fmla="*/ 18 h 193"/>
              <a:gd name="T12" fmla="*/ 130 w 152"/>
              <a:gd name="T13" fmla="*/ 18 h 193"/>
              <a:gd name="T14" fmla="*/ 128 w 152"/>
              <a:gd name="T15" fmla="*/ 14 h 193"/>
              <a:gd name="T16" fmla="*/ 130 w 152"/>
              <a:gd name="T17" fmla="*/ 10 h 193"/>
              <a:gd name="T18" fmla="*/ 137 w 152"/>
              <a:gd name="T19" fmla="*/ 10 h 193"/>
              <a:gd name="T20" fmla="*/ 143 w 152"/>
              <a:gd name="T21" fmla="*/ 10 h 193"/>
              <a:gd name="T22" fmla="*/ 143 w 152"/>
              <a:gd name="T23" fmla="*/ 5 h 193"/>
              <a:gd name="T24" fmla="*/ 124 w 152"/>
              <a:gd name="T25" fmla="*/ 5 h 193"/>
              <a:gd name="T26" fmla="*/ 120 w 152"/>
              <a:gd name="T27" fmla="*/ 14 h 193"/>
              <a:gd name="T28" fmla="*/ 124 w 152"/>
              <a:gd name="T29" fmla="*/ 23 h 193"/>
              <a:gd name="T30" fmla="*/ 124 w 152"/>
              <a:gd name="T31" fmla="*/ 23 h 193"/>
              <a:gd name="T32" fmla="*/ 115 w 152"/>
              <a:gd name="T33" fmla="*/ 116 h 193"/>
              <a:gd name="T34" fmla="*/ 23 w 152"/>
              <a:gd name="T35" fmla="*/ 124 h 193"/>
              <a:gd name="T36" fmla="*/ 23 w 152"/>
              <a:gd name="T37" fmla="*/ 124 h 193"/>
              <a:gd name="T38" fmla="*/ 4 w 152"/>
              <a:gd name="T39" fmla="*/ 125 h 193"/>
              <a:gd name="T40" fmla="*/ 0 w 152"/>
              <a:gd name="T41" fmla="*/ 134 h 193"/>
              <a:gd name="T42" fmla="*/ 4 w 152"/>
              <a:gd name="T43" fmla="*/ 144 h 193"/>
              <a:gd name="T44" fmla="*/ 7 w 152"/>
              <a:gd name="T45" fmla="*/ 145 h 193"/>
              <a:gd name="T46" fmla="*/ 10 w 152"/>
              <a:gd name="T47" fmla="*/ 144 h 193"/>
              <a:gd name="T48" fmla="*/ 10 w 152"/>
              <a:gd name="T49" fmla="*/ 138 h 193"/>
              <a:gd name="T50" fmla="*/ 8 w 152"/>
              <a:gd name="T51" fmla="*/ 134 h 193"/>
              <a:gd name="T52" fmla="*/ 10 w 152"/>
              <a:gd name="T53" fmla="*/ 130 h 193"/>
              <a:gd name="T54" fmla="*/ 18 w 152"/>
              <a:gd name="T55" fmla="*/ 130 h 193"/>
              <a:gd name="T56" fmla="*/ 18 w 152"/>
              <a:gd name="T57" fmla="*/ 131 h 193"/>
              <a:gd name="T58" fmla="*/ 18 w 152"/>
              <a:gd name="T59" fmla="*/ 131 h 193"/>
              <a:gd name="T60" fmla="*/ 60 w 152"/>
              <a:gd name="T61" fmla="*/ 145 h 193"/>
              <a:gd name="T62" fmla="*/ 60 w 152"/>
              <a:gd name="T63" fmla="*/ 161 h 193"/>
              <a:gd name="T64" fmla="*/ 20 w 152"/>
              <a:gd name="T65" fmla="*/ 161 h 193"/>
              <a:gd name="T66" fmla="*/ 0 w 152"/>
              <a:gd name="T67" fmla="*/ 181 h 193"/>
              <a:gd name="T68" fmla="*/ 0 w 152"/>
              <a:gd name="T69" fmla="*/ 189 h 193"/>
              <a:gd name="T70" fmla="*/ 4 w 152"/>
              <a:gd name="T71" fmla="*/ 193 h 193"/>
              <a:gd name="T72" fmla="*/ 124 w 152"/>
              <a:gd name="T73" fmla="*/ 193 h 193"/>
              <a:gd name="T74" fmla="*/ 128 w 152"/>
              <a:gd name="T75" fmla="*/ 189 h 193"/>
              <a:gd name="T76" fmla="*/ 128 w 152"/>
              <a:gd name="T77" fmla="*/ 181 h 193"/>
              <a:gd name="T78" fmla="*/ 108 w 152"/>
              <a:gd name="T79" fmla="*/ 161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52" h="193">
                <a:moveTo>
                  <a:pt x="108" y="161"/>
                </a:moveTo>
                <a:cubicBezTo>
                  <a:pt x="68" y="161"/>
                  <a:pt x="68" y="161"/>
                  <a:pt x="68" y="161"/>
                </a:cubicBezTo>
                <a:cubicBezTo>
                  <a:pt x="68" y="145"/>
                  <a:pt x="68" y="145"/>
                  <a:pt x="68" y="145"/>
                </a:cubicBezTo>
                <a:cubicBezTo>
                  <a:pt x="88" y="144"/>
                  <a:pt x="107" y="136"/>
                  <a:pt x="121" y="122"/>
                </a:cubicBezTo>
                <a:cubicBezTo>
                  <a:pt x="148" y="94"/>
                  <a:pt x="152" y="50"/>
                  <a:pt x="130" y="19"/>
                </a:cubicBezTo>
                <a:cubicBezTo>
                  <a:pt x="130" y="18"/>
                  <a:pt x="130" y="18"/>
                  <a:pt x="130" y="18"/>
                </a:cubicBezTo>
                <a:cubicBezTo>
                  <a:pt x="130" y="18"/>
                  <a:pt x="130" y="18"/>
                  <a:pt x="130" y="18"/>
                </a:cubicBezTo>
                <a:cubicBezTo>
                  <a:pt x="129" y="17"/>
                  <a:pt x="128" y="16"/>
                  <a:pt x="128" y="14"/>
                </a:cubicBezTo>
                <a:cubicBezTo>
                  <a:pt x="128" y="13"/>
                  <a:pt x="129" y="11"/>
                  <a:pt x="130" y="10"/>
                </a:cubicBezTo>
                <a:cubicBezTo>
                  <a:pt x="132" y="8"/>
                  <a:pt x="135" y="8"/>
                  <a:pt x="137" y="10"/>
                </a:cubicBezTo>
                <a:cubicBezTo>
                  <a:pt x="139" y="12"/>
                  <a:pt x="141" y="12"/>
                  <a:pt x="143" y="10"/>
                </a:cubicBezTo>
                <a:cubicBezTo>
                  <a:pt x="144" y="9"/>
                  <a:pt x="144" y="6"/>
                  <a:pt x="143" y="5"/>
                </a:cubicBezTo>
                <a:cubicBezTo>
                  <a:pt x="138" y="0"/>
                  <a:pt x="129" y="0"/>
                  <a:pt x="124" y="5"/>
                </a:cubicBezTo>
                <a:cubicBezTo>
                  <a:pt x="121" y="7"/>
                  <a:pt x="120" y="11"/>
                  <a:pt x="120" y="14"/>
                </a:cubicBezTo>
                <a:cubicBezTo>
                  <a:pt x="120" y="18"/>
                  <a:pt x="121" y="21"/>
                  <a:pt x="124" y="23"/>
                </a:cubicBezTo>
                <a:cubicBezTo>
                  <a:pt x="124" y="23"/>
                  <a:pt x="124" y="23"/>
                  <a:pt x="124" y="23"/>
                </a:cubicBezTo>
                <a:cubicBezTo>
                  <a:pt x="143" y="52"/>
                  <a:pt x="140" y="92"/>
                  <a:pt x="115" y="116"/>
                </a:cubicBezTo>
                <a:cubicBezTo>
                  <a:pt x="91" y="140"/>
                  <a:pt x="51" y="144"/>
                  <a:pt x="23" y="124"/>
                </a:cubicBezTo>
                <a:cubicBezTo>
                  <a:pt x="23" y="124"/>
                  <a:pt x="23" y="124"/>
                  <a:pt x="23" y="124"/>
                </a:cubicBezTo>
                <a:cubicBezTo>
                  <a:pt x="17" y="120"/>
                  <a:pt x="9" y="120"/>
                  <a:pt x="4" y="125"/>
                </a:cubicBezTo>
                <a:cubicBezTo>
                  <a:pt x="2" y="127"/>
                  <a:pt x="0" y="131"/>
                  <a:pt x="0" y="134"/>
                </a:cubicBezTo>
                <a:cubicBezTo>
                  <a:pt x="0" y="138"/>
                  <a:pt x="2" y="141"/>
                  <a:pt x="4" y="144"/>
                </a:cubicBezTo>
                <a:cubicBezTo>
                  <a:pt x="5" y="144"/>
                  <a:pt x="6" y="145"/>
                  <a:pt x="7" y="145"/>
                </a:cubicBezTo>
                <a:cubicBezTo>
                  <a:pt x="8" y="145"/>
                  <a:pt x="9" y="144"/>
                  <a:pt x="10" y="144"/>
                </a:cubicBezTo>
                <a:cubicBezTo>
                  <a:pt x="11" y="142"/>
                  <a:pt x="11" y="140"/>
                  <a:pt x="10" y="138"/>
                </a:cubicBezTo>
                <a:cubicBezTo>
                  <a:pt x="9" y="137"/>
                  <a:pt x="8" y="136"/>
                  <a:pt x="8" y="134"/>
                </a:cubicBezTo>
                <a:cubicBezTo>
                  <a:pt x="8" y="133"/>
                  <a:pt x="9" y="131"/>
                  <a:pt x="10" y="130"/>
                </a:cubicBezTo>
                <a:cubicBezTo>
                  <a:pt x="12" y="128"/>
                  <a:pt x="15" y="128"/>
                  <a:pt x="18" y="130"/>
                </a:cubicBezTo>
                <a:cubicBezTo>
                  <a:pt x="18" y="131"/>
                  <a:pt x="18" y="131"/>
                  <a:pt x="18" y="131"/>
                </a:cubicBezTo>
                <a:cubicBezTo>
                  <a:pt x="18" y="131"/>
                  <a:pt x="18" y="131"/>
                  <a:pt x="18" y="131"/>
                </a:cubicBezTo>
                <a:cubicBezTo>
                  <a:pt x="31" y="140"/>
                  <a:pt x="45" y="144"/>
                  <a:pt x="60" y="145"/>
                </a:cubicBezTo>
                <a:cubicBezTo>
                  <a:pt x="60" y="161"/>
                  <a:pt x="60" y="161"/>
                  <a:pt x="60" y="161"/>
                </a:cubicBezTo>
                <a:cubicBezTo>
                  <a:pt x="20" y="161"/>
                  <a:pt x="20" y="161"/>
                  <a:pt x="20" y="161"/>
                </a:cubicBezTo>
                <a:cubicBezTo>
                  <a:pt x="9" y="161"/>
                  <a:pt x="0" y="170"/>
                  <a:pt x="0" y="181"/>
                </a:cubicBezTo>
                <a:cubicBezTo>
                  <a:pt x="0" y="189"/>
                  <a:pt x="0" y="189"/>
                  <a:pt x="0" y="189"/>
                </a:cubicBezTo>
                <a:cubicBezTo>
                  <a:pt x="0" y="191"/>
                  <a:pt x="2" y="193"/>
                  <a:pt x="4" y="193"/>
                </a:cubicBezTo>
                <a:cubicBezTo>
                  <a:pt x="124" y="193"/>
                  <a:pt x="124" y="193"/>
                  <a:pt x="124" y="193"/>
                </a:cubicBezTo>
                <a:cubicBezTo>
                  <a:pt x="127" y="193"/>
                  <a:pt x="128" y="191"/>
                  <a:pt x="128" y="189"/>
                </a:cubicBezTo>
                <a:cubicBezTo>
                  <a:pt x="128" y="181"/>
                  <a:pt x="128" y="181"/>
                  <a:pt x="128" y="181"/>
                </a:cubicBezTo>
                <a:cubicBezTo>
                  <a:pt x="128" y="170"/>
                  <a:pt x="119" y="161"/>
                  <a:pt x="108" y="1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0" tIns="45695" rIns="91390" bIns="45695" numCol="1" anchor="t" anchorCtr="0" compatLnSpc="1"/>
          <a:lstStyle/>
          <a:p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Freeform 26"/>
          <p:cNvSpPr>
            <a:spLocks noEditPoints="1"/>
          </p:cNvSpPr>
          <p:nvPr/>
        </p:nvSpPr>
        <p:spPr bwMode="auto">
          <a:xfrm flipH="1">
            <a:off x="7346815" y="2814032"/>
            <a:ext cx="268557" cy="267369"/>
          </a:xfrm>
          <a:custGeom>
            <a:avLst/>
            <a:gdLst>
              <a:gd name="T0" fmla="*/ 64 w 128"/>
              <a:gd name="T1" fmla="*/ 127 h 127"/>
              <a:gd name="T2" fmla="*/ 128 w 128"/>
              <a:gd name="T3" fmla="*/ 64 h 127"/>
              <a:gd name="T4" fmla="*/ 64 w 128"/>
              <a:gd name="T5" fmla="*/ 0 h 127"/>
              <a:gd name="T6" fmla="*/ 0 w 128"/>
              <a:gd name="T7" fmla="*/ 64 h 127"/>
              <a:gd name="T8" fmla="*/ 64 w 128"/>
              <a:gd name="T9" fmla="*/ 127 h 127"/>
              <a:gd name="T10" fmla="*/ 64 w 128"/>
              <a:gd name="T11" fmla="*/ 24 h 127"/>
              <a:gd name="T12" fmla="*/ 68 w 128"/>
              <a:gd name="T13" fmla="*/ 28 h 127"/>
              <a:gd name="T14" fmla="*/ 64 w 128"/>
              <a:gd name="T15" fmla="*/ 32 h 127"/>
              <a:gd name="T16" fmla="*/ 28 w 128"/>
              <a:gd name="T17" fmla="*/ 68 h 127"/>
              <a:gd name="T18" fmla="*/ 24 w 128"/>
              <a:gd name="T19" fmla="*/ 72 h 127"/>
              <a:gd name="T20" fmla="*/ 20 w 128"/>
              <a:gd name="T21" fmla="*/ 68 h 127"/>
              <a:gd name="T22" fmla="*/ 64 w 128"/>
              <a:gd name="T23" fmla="*/ 24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8" h="127">
                <a:moveTo>
                  <a:pt x="64" y="127"/>
                </a:moveTo>
                <a:cubicBezTo>
                  <a:pt x="99" y="127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7"/>
                  <a:pt x="64" y="127"/>
                </a:cubicBezTo>
                <a:close/>
                <a:moveTo>
                  <a:pt x="64" y="24"/>
                </a:moveTo>
                <a:cubicBezTo>
                  <a:pt x="66" y="24"/>
                  <a:pt x="68" y="26"/>
                  <a:pt x="68" y="28"/>
                </a:cubicBezTo>
                <a:cubicBezTo>
                  <a:pt x="68" y="30"/>
                  <a:pt x="66" y="32"/>
                  <a:pt x="64" y="32"/>
                </a:cubicBezTo>
                <a:cubicBezTo>
                  <a:pt x="44" y="32"/>
                  <a:pt x="28" y="48"/>
                  <a:pt x="28" y="68"/>
                </a:cubicBezTo>
                <a:cubicBezTo>
                  <a:pt x="28" y="70"/>
                  <a:pt x="27" y="72"/>
                  <a:pt x="24" y="72"/>
                </a:cubicBezTo>
                <a:cubicBezTo>
                  <a:pt x="22" y="72"/>
                  <a:pt x="20" y="70"/>
                  <a:pt x="20" y="68"/>
                </a:cubicBezTo>
                <a:cubicBezTo>
                  <a:pt x="20" y="44"/>
                  <a:pt x="40" y="24"/>
                  <a:pt x="64" y="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0" tIns="45695" rIns="91390" bIns="45695" numCol="1" anchor="t" anchorCtr="0" compatLnSpc="1"/>
          <a:lstStyle/>
          <a:p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 flipH="1">
            <a:off x="4036635" y="2315467"/>
            <a:ext cx="1342133" cy="1342133"/>
          </a:xfrm>
          <a:prstGeom prst="ellipse">
            <a:avLst/>
          </a:prstGeom>
          <a:noFill/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 flipH="1">
            <a:off x="5093893" y="2315467"/>
            <a:ext cx="453552" cy="45355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2</a:t>
            </a:r>
            <a:endParaRPr lang="zh-CN" altLang="en-US" sz="18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Freeform 97"/>
          <p:cNvSpPr/>
          <p:nvPr/>
        </p:nvSpPr>
        <p:spPr bwMode="auto">
          <a:xfrm flipH="1">
            <a:off x="4409071" y="2833319"/>
            <a:ext cx="475303" cy="395853"/>
          </a:xfrm>
          <a:custGeom>
            <a:avLst/>
            <a:gdLst>
              <a:gd name="T0" fmla="*/ 188 w 192"/>
              <a:gd name="T1" fmla="*/ 80 h 160"/>
              <a:gd name="T2" fmla="*/ 164 w 192"/>
              <a:gd name="T3" fmla="*/ 80 h 160"/>
              <a:gd name="T4" fmla="*/ 161 w 192"/>
              <a:gd name="T5" fmla="*/ 82 h 160"/>
              <a:gd name="T6" fmla="*/ 157 w 192"/>
              <a:gd name="T7" fmla="*/ 88 h 160"/>
              <a:gd name="T8" fmla="*/ 152 w 192"/>
              <a:gd name="T9" fmla="*/ 67 h 160"/>
              <a:gd name="T10" fmla="*/ 148 w 192"/>
              <a:gd name="T11" fmla="*/ 64 h 160"/>
              <a:gd name="T12" fmla="*/ 144 w 192"/>
              <a:gd name="T13" fmla="*/ 67 h 160"/>
              <a:gd name="T14" fmla="*/ 134 w 192"/>
              <a:gd name="T15" fmla="*/ 98 h 160"/>
              <a:gd name="T16" fmla="*/ 128 w 192"/>
              <a:gd name="T17" fmla="*/ 51 h 160"/>
              <a:gd name="T18" fmla="*/ 124 w 192"/>
              <a:gd name="T19" fmla="*/ 48 h 160"/>
              <a:gd name="T20" fmla="*/ 120 w 192"/>
              <a:gd name="T21" fmla="*/ 51 h 160"/>
              <a:gd name="T22" fmla="*/ 103 w 192"/>
              <a:gd name="T23" fmla="*/ 127 h 160"/>
              <a:gd name="T24" fmla="*/ 96 w 192"/>
              <a:gd name="T25" fmla="*/ 4 h 160"/>
              <a:gd name="T26" fmla="*/ 92 w 192"/>
              <a:gd name="T27" fmla="*/ 0 h 160"/>
              <a:gd name="T28" fmla="*/ 88 w 192"/>
              <a:gd name="T29" fmla="*/ 3 h 160"/>
              <a:gd name="T30" fmla="*/ 69 w 192"/>
              <a:gd name="T31" fmla="*/ 85 h 160"/>
              <a:gd name="T32" fmla="*/ 64 w 192"/>
              <a:gd name="T33" fmla="*/ 43 h 160"/>
              <a:gd name="T34" fmla="*/ 61 w 192"/>
              <a:gd name="T35" fmla="*/ 40 h 160"/>
              <a:gd name="T36" fmla="*/ 56 w 192"/>
              <a:gd name="T37" fmla="*/ 43 h 160"/>
              <a:gd name="T38" fmla="*/ 45 w 192"/>
              <a:gd name="T39" fmla="*/ 78 h 160"/>
              <a:gd name="T40" fmla="*/ 40 w 192"/>
              <a:gd name="T41" fmla="*/ 59 h 160"/>
              <a:gd name="T42" fmla="*/ 37 w 192"/>
              <a:gd name="T43" fmla="*/ 56 h 160"/>
              <a:gd name="T44" fmla="*/ 33 w 192"/>
              <a:gd name="T45" fmla="*/ 58 h 160"/>
              <a:gd name="T46" fmla="*/ 26 w 192"/>
              <a:gd name="T47" fmla="*/ 72 h 160"/>
              <a:gd name="T48" fmla="*/ 4 w 192"/>
              <a:gd name="T49" fmla="*/ 72 h 160"/>
              <a:gd name="T50" fmla="*/ 0 w 192"/>
              <a:gd name="T51" fmla="*/ 76 h 160"/>
              <a:gd name="T52" fmla="*/ 4 w 192"/>
              <a:gd name="T53" fmla="*/ 80 h 160"/>
              <a:gd name="T54" fmla="*/ 28 w 192"/>
              <a:gd name="T55" fmla="*/ 80 h 160"/>
              <a:gd name="T56" fmla="*/ 32 w 192"/>
              <a:gd name="T57" fmla="*/ 78 h 160"/>
              <a:gd name="T58" fmla="*/ 35 w 192"/>
              <a:gd name="T59" fmla="*/ 71 h 160"/>
              <a:gd name="T60" fmla="*/ 40 w 192"/>
              <a:gd name="T61" fmla="*/ 93 h 160"/>
              <a:gd name="T62" fmla="*/ 44 w 192"/>
              <a:gd name="T63" fmla="*/ 96 h 160"/>
              <a:gd name="T64" fmla="*/ 48 w 192"/>
              <a:gd name="T65" fmla="*/ 93 h 160"/>
              <a:gd name="T66" fmla="*/ 58 w 192"/>
              <a:gd name="T67" fmla="*/ 62 h 160"/>
              <a:gd name="T68" fmla="*/ 64 w 192"/>
              <a:gd name="T69" fmla="*/ 108 h 160"/>
              <a:gd name="T70" fmla="*/ 68 w 192"/>
              <a:gd name="T71" fmla="*/ 112 h 160"/>
              <a:gd name="T72" fmla="*/ 72 w 192"/>
              <a:gd name="T73" fmla="*/ 109 h 160"/>
              <a:gd name="T74" fmla="*/ 90 w 192"/>
              <a:gd name="T75" fmla="*/ 32 h 160"/>
              <a:gd name="T76" fmla="*/ 96 w 192"/>
              <a:gd name="T77" fmla="*/ 156 h 160"/>
              <a:gd name="T78" fmla="*/ 100 w 192"/>
              <a:gd name="T79" fmla="*/ 160 h 160"/>
              <a:gd name="T80" fmla="*/ 100 w 192"/>
              <a:gd name="T81" fmla="*/ 160 h 160"/>
              <a:gd name="T82" fmla="*/ 104 w 192"/>
              <a:gd name="T83" fmla="*/ 157 h 160"/>
              <a:gd name="T84" fmla="*/ 123 w 192"/>
              <a:gd name="T85" fmla="*/ 75 h 160"/>
              <a:gd name="T86" fmla="*/ 128 w 192"/>
              <a:gd name="T87" fmla="*/ 116 h 160"/>
              <a:gd name="T88" fmla="*/ 132 w 192"/>
              <a:gd name="T89" fmla="*/ 120 h 160"/>
              <a:gd name="T90" fmla="*/ 136 w 192"/>
              <a:gd name="T91" fmla="*/ 117 h 160"/>
              <a:gd name="T92" fmla="*/ 148 w 192"/>
              <a:gd name="T93" fmla="*/ 82 h 160"/>
              <a:gd name="T94" fmla="*/ 152 w 192"/>
              <a:gd name="T95" fmla="*/ 101 h 160"/>
              <a:gd name="T96" fmla="*/ 156 w 192"/>
              <a:gd name="T97" fmla="*/ 104 h 160"/>
              <a:gd name="T98" fmla="*/ 160 w 192"/>
              <a:gd name="T99" fmla="*/ 102 h 160"/>
              <a:gd name="T100" fmla="*/ 167 w 192"/>
              <a:gd name="T101" fmla="*/ 88 h 160"/>
              <a:gd name="T102" fmla="*/ 188 w 192"/>
              <a:gd name="T103" fmla="*/ 88 h 160"/>
              <a:gd name="T104" fmla="*/ 192 w 192"/>
              <a:gd name="T105" fmla="*/ 84 h 160"/>
              <a:gd name="T106" fmla="*/ 188 w 192"/>
              <a:gd name="T107" fmla="*/ 8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2" h="160">
                <a:moveTo>
                  <a:pt x="188" y="80"/>
                </a:moveTo>
                <a:cubicBezTo>
                  <a:pt x="164" y="80"/>
                  <a:pt x="164" y="80"/>
                  <a:pt x="164" y="80"/>
                </a:cubicBezTo>
                <a:cubicBezTo>
                  <a:pt x="163" y="80"/>
                  <a:pt x="161" y="81"/>
                  <a:pt x="161" y="82"/>
                </a:cubicBezTo>
                <a:cubicBezTo>
                  <a:pt x="157" y="88"/>
                  <a:pt x="157" y="88"/>
                  <a:pt x="157" y="88"/>
                </a:cubicBezTo>
                <a:cubicBezTo>
                  <a:pt x="152" y="67"/>
                  <a:pt x="152" y="67"/>
                  <a:pt x="152" y="67"/>
                </a:cubicBezTo>
                <a:cubicBezTo>
                  <a:pt x="152" y="65"/>
                  <a:pt x="150" y="64"/>
                  <a:pt x="148" y="64"/>
                </a:cubicBezTo>
                <a:cubicBezTo>
                  <a:pt x="147" y="64"/>
                  <a:pt x="145" y="65"/>
                  <a:pt x="144" y="67"/>
                </a:cubicBezTo>
                <a:cubicBezTo>
                  <a:pt x="134" y="98"/>
                  <a:pt x="134" y="98"/>
                  <a:pt x="134" y="98"/>
                </a:cubicBezTo>
                <a:cubicBezTo>
                  <a:pt x="128" y="51"/>
                  <a:pt x="128" y="51"/>
                  <a:pt x="128" y="51"/>
                </a:cubicBezTo>
                <a:cubicBezTo>
                  <a:pt x="128" y="49"/>
                  <a:pt x="126" y="48"/>
                  <a:pt x="124" y="48"/>
                </a:cubicBezTo>
                <a:cubicBezTo>
                  <a:pt x="123" y="48"/>
                  <a:pt x="121" y="49"/>
                  <a:pt x="120" y="51"/>
                </a:cubicBezTo>
                <a:cubicBezTo>
                  <a:pt x="103" y="127"/>
                  <a:pt x="103" y="127"/>
                  <a:pt x="103" y="127"/>
                </a:cubicBezTo>
                <a:cubicBezTo>
                  <a:pt x="96" y="4"/>
                  <a:pt x="96" y="4"/>
                  <a:pt x="96" y="4"/>
                </a:cubicBezTo>
                <a:cubicBezTo>
                  <a:pt x="96" y="2"/>
                  <a:pt x="94" y="0"/>
                  <a:pt x="92" y="0"/>
                </a:cubicBezTo>
                <a:cubicBezTo>
                  <a:pt x="91" y="0"/>
                  <a:pt x="89" y="1"/>
                  <a:pt x="88" y="3"/>
                </a:cubicBezTo>
                <a:cubicBezTo>
                  <a:pt x="69" y="85"/>
                  <a:pt x="69" y="85"/>
                  <a:pt x="69" y="85"/>
                </a:cubicBezTo>
                <a:cubicBezTo>
                  <a:pt x="64" y="43"/>
                  <a:pt x="64" y="43"/>
                  <a:pt x="64" y="43"/>
                </a:cubicBezTo>
                <a:cubicBezTo>
                  <a:pt x="64" y="42"/>
                  <a:pt x="62" y="40"/>
                  <a:pt x="61" y="40"/>
                </a:cubicBezTo>
                <a:cubicBezTo>
                  <a:pt x="59" y="40"/>
                  <a:pt x="57" y="41"/>
                  <a:pt x="56" y="43"/>
                </a:cubicBezTo>
                <a:cubicBezTo>
                  <a:pt x="45" y="78"/>
                  <a:pt x="45" y="78"/>
                  <a:pt x="45" y="78"/>
                </a:cubicBezTo>
                <a:cubicBezTo>
                  <a:pt x="40" y="59"/>
                  <a:pt x="40" y="59"/>
                  <a:pt x="40" y="59"/>
                </a:cubicBezTo>
                <a:cubicBezTo>
                  <a:pt x="40" y="57"/>
                  <a:pt x="38" y="56"/>
                  <a:pt x="37" y="56"/>
                </a:cubicBezTo>
                <a:cubicBezTo>
                  <a:pt x="35" y="56"/>
                  <a:pt x="33" y="57"/>
                  <a:pt x="33" y="58"/>
                </a:cubicBezTo>
                <a:cubicBezTo>
                  <a:pt x="26" y="72"/>
                  <a:pt x="26" y="72"/>
                  <a:pt x="26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2" y="72"/>
                  <a:pt x="0" y="74"/>
                  <a:pt x="0" y="76"/>
                </a:cubicBezTo>
                <a:cubicBezTo>
                  <a:pt x="0" y="78"/>
                  <a:pt x="2" y="80"/>
                  <a:pt x="4" y="80"/>
                </a:cubicBezTo>
                <a:cubicBezTo>
                  <a:pt x="28" y="80"/>
                  <a:pt x="28" y="80"/>
                  <a:pt x="28" y="80"/>
                </a:cubicBezTo>
                <a:cubicBezTo>
                  <a:pt x="30" y="80"/>
                  <a:pt x="31" y="79"/>
                  <a:pt x="32" y="78"/>
                </a:cubicBezTo>
                <a:cubicBezTo>
                  <a:pt x="35" y="71"/>
                  <a:pt x="35" y="71"/>
                  <a:pt x="35" y="71"/>
                </a:cubicBezTo>
                <a:cubicBezTo>
                  <a:pt x="40" y="93"/>
                  <a:pt x="40" y="93"/>
                  <a:pt x="40" y="93"/>
                </a:cubicBezTo>
                <a:cubicBezTo>
                  <a:pt x="41" y="95"/>
                  <a:pt x="42" y="96"/>
                  <a:pt x="44" y="96"/>
                </a:cubicBezTo>
                <a:cubicBezTo>
                  <a:pt x="46" y="96"/>
                  <a:pt x="47" y="95"/>
                  <a:pt x="48" y="93"/>
                </a:cubicBezTo>
                <a:cubicBezTo>
                  <a:pt x="58" y="62"/>
                  <a:pt x="58" y="62"/>
                  <a:pt x="58" y="62"/>
                </a:cubicBezTo>
                <a:cubicBezTo>
                  <a:pt x="64" y="108"/>
                  <a:pt x="64" y="108"/>
                  <a:pt x="64" y="108"/>
                </a:cubicBezTo>
                <a:cubicBezTo>
                  <a:pt x="64" y="110"/>
                  <a:pt x="66" y="112"/>
                  <a:pt x="68" y="112"/>
                </a:cubicBezTo>
                <a:cubicBezTo>
                  <a:pt x="70" y="112"/>
                  <a:pt x="72" y="111"/>
                  <a:pt x="72" y="109"/>
                </a:cubicBezTo>
                <a:cubicBezTo>
                  <a:pt x="90" y="32"/>
                  <a:pt x="90" y="32"/>
                  <a:pt x="90" y="32"/>
                </a:cubicBezTo>
                <a:cubicBezTo>
                  <a:pt x="96" y="156"/>
                  <a:pt x="96" y="156"/>
                  <a:pt x="96" y="156"/>
                </a:cubicBezTo>
                <a:cubicBezTo>
                  <a:pt x="96" y="158"/>
                  <a:pt x="98" y="160"/>
                  <a:pt x="100" y="160"/>
                </a:cubicBezTo>
                <a:cubicBezTo>
                  <a:pt x="100" y="160"/>
                  <a:pt x="100" y="160"/>
                  <a:pt x="100" y="160"/>
                </a:cubicBezTo>
                <a:cubicBezTo>
                  <a:pt x="102" y="160"/>
                  <a:pt x="104" y="159"/>
                  <a:pt x="104" y="157"/>
                </a:cubicBezTo>
                <a:cubicBezTo>
                  <a:pt x="123" y="75"/>
                  <a:pt x="123" y="75"/>
                  <a:pt x="123" y="75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8" y="118"/>
                  <a:pt x="130" y="120"/>
                  <a:pt x="132" y="120"/>
                </a:cubicBezTo>
                <a:cubicBezTo>
                  <a:pt x="134" y="120"/>
                  <a:pt x="135" y="119"/>
                  <a:pt x="136" y="117"/>
                </a:cubicBezTo>
                <a:cubicBezTo>
                  <a:pt x="148" y="82"/>
                  <a:pt x="148" y="82"/>
                  <a:pt x="148" y="82"/>
                </a:cubicBezTo>
                <a:cubicBezTo>
                  <a:pt x="152" y="101"/>
                  <a:pt x="152" y="101"/>
                  <a:pt x="152" y="101"/>
                </a:cubicBezTo>
                <a:cubicBezTo>
                  <a:pt x="153" y="102"/>
                  <a:pt x="154" y="104"/>
                  <a:pt x="156" y="104"/>
                </a:cubicBezTo>
                <a:cubicBezTo>
                  <a:pt x="157" y="104"/>
                  <a:pt x="159" y="103"/>
                  <a:pt x="160" y="102"/>
                </a:cubicBezTo>
                <a:cubicBezTo>
                  <a:pt x="167" y="88"/>
                  <a:pt x="167" y="88"/>
                  <a:pt x="167" y="88"/>
                </a:cubicBezTo>
                <a:cubicBezTo>
                  <a:pt x="188" y="88"/>
                  <a:pt x="188" y="88"/>
                  <a:pt x="188" y="88"/>
                </a:cubicBezTo>
                <a:cubicBezTo>
                  <a:pt x="190" y="88"/>
                  <a:pt x="192" y="86"/>
                  <a:pt x="192" y="84"/>
                </a:cubicBezTo>
                <a:cubicBezTo>
                  <a:pt x="192" y="82"/>
                  <a:pt x="190" y="80"/>
                  <a:pt x="188" y="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390" tIns="45695" rIns="91390" bIns="45695" numCol="1" anchor="t" anchorCtr="0" compatLnSpc="1"/>
          <a:lstStyle/>
          <a:p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1243829" y="2315467"/>
            <a:ext cx="1342133" cy="1342133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2301087" y="2315467"/>
            <a:ext cx="453552" cy="45355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1</a:t>
            </a:r>
            <a:endParaRPr lang="zh-CN" altLang="en-US" sz="18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Freeform 154"/>
          <p:cNvSpPr>
            <a:spLocks noEditPoints="1"/>
          </p:cNvSpPr>
          <p:nvPr/>
        </p:nvSpPr>
        <p:spPr bwMode="auto">
          <a:xfrm flipH="1">
            <a:off x="1704505" y="2828052"/>
            <a:ext cx="379550" cy="389233"/>
          </a:xfrm>
          <a:custGeom>
            <a:avLst/>
            <a:gdLst>
              <a:gd name="T0" fmla="*/ 80 w 91"/>
              <a:gd name="T1" fmla="*/ 44 h 93"/>
              <a:gd name="T2" fmla="*/ 87 w 91"/>
              <a:gd name="T3" fmla="*/ 37 h 93"/>
              <a:gd name="T4" fmla="*/ 87 w 91"/>
              <a:gd name="T5" fmla="*/ 23 h 93"/>
              <a:gd name="T6" fmla="*/ 68 w 91"/>
              <a:gd name="T7" fmla="*/ 4 h 93"/>
              <a:gd name="T8" fmla="*/ 54 w 91"/>
              <a:gd name="T9" fmla="*/ 4 h 93"/>
              <a:gd name="T10" fmla="*/ 47 w 91"/>
              <a:gd name="T11" fmla="*/ 11 h 93"/>
              <a:gd name="T12" fmla="*/ 80 w 91"/>
              <a:gd name="T13" fmla="*/ 44 h 93"/>
              <a:gd name="T14" fmla="*/ 52 w 91"/>
              <a:gd name="T15" fmla="*/ 23 h 93"/>
              <a:gd name="T16" fmla="*/ 68 w 91"/>
              <a:gd name="T17" fmla="*/ 39 h 93"/>
              <a:gd name="T18" fmla="*/ 77 w 91"/>
              <a:gd name="T19" fmla="*/ 48 h 93"/>
              <a:gd name="T20" fmla="*/ 43 w 91"/>
              <a:gd name="T21" fmla="*/ 81 h 93"/>
              <a:gd name="T22" fmla="*/ 34 w 91"/>
              <a:gd name="T23" fmla="*/ 73 h 93"/>
              <a:gd name="T24" fmla="*/ 19 w 91"/>
              <a:gd name="T25" fmla="*/ 59 h 93"/>
              <a:gd name="T26" fmla="*/ 41 w 91"/>
              <a:gd name="T27" fmla="*/ 37 h 93"/>
              <a:gd name="T28" fmla="*/ 39 w 91"/>
              <a:gd name="T29" fmla="*/ 34 h 93"/>
              <a:gd name="T30" fmla="*/ 16 w 91"/>
              <a:gd name="T31" fmla="*/ 57 h 93"/>
              <a:gd name="T32" fmla="*/ 10 w 91"/>
              <a:gd name="T33" fmla="*/ 48 h 93"/>
              <a:gd name="T34" fmla="*/ 43 w 91"/>
              <a:gd name="T35" fmla="*/ 14 h 93"/>
              <a:gd name="T36" fmla="*/ 52 w 91"/>
              <a:gd name="T37" fmla="*/ 23 h 93"/>
              <a:gd name="T38" fmla="*/ 4 w 91"/>
              <a:gd name="T39" fmla="*/ 69 h 93"/>
              <a:gd name="T40" fmla="*/ 0 w 91"/>
              <a:gd name="T41" fmla="*/ 86 h 93"/>
              <a:gd name="T42" fmla="*/ 6 w 91"/>
              <a:gd name="T43" fmla="*/ 93 h 93"/>
              <a:gd name="T44" fmla="*/ 24 w 91"/>
              <a:gd name="T45" fmla="*/ 89 h 93"/>
              <a:gd name="T46" fmla="*/ 4 w 91"/>
              <a:gd name="T47" fmla="*/ 69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91" h="93">
                <a:moveTo>
                  <a:pt x="80" y="44"/>
                </a:moveTo>
                <a:cubicBezTo>
                  <a:pt x="87" y="37"/>
                  <a:pt x="87" y="37"/>
                  <a:pt x="87" y="37"/>
                </a:cubicBezTo>
                <a:cubicBezTo>
                  <a:pt x="91" y="33"/>
                  <a:pt x="91" y="27"/>
                  <a:pt x="87" y="23"/>
                </a:cubicBezTo>
                <a:cubicBezTo>
                  <a:pt x="68" y="4"/>
                  <a:pt x="68" y="4"/>
                  <a:pt x="68" y="4"/>
                </a:cubicBezTo>
                <a:cubicBezTo>
                  <a:pt x="64" y="0"/>
                  <a:pt x="58" y="0"/>
                  <a:pt x="54" y="4"/>
                </a:cubicBezTo>
                <a:cubicBezTo>
                  <a:pt x="47" y="11"/>
                  <a:pt x="47" y="11"/>
                  <a:pt x="47" y="11"/>
                </a:cubicBezTo>
                <a:cubicBezTo>
                  <a:pt x="80" y="44"/>
                  <a:pt x="80" y="44"/>
                  <a:pt x="80" y="44"/>
                </a:cubicBezTo>
                <a:close/>
                <a:moveTo>
                  <a:pt x="52" y="23"/>
                </a:moveTo>
                <a:cubicBezTo>
                  <a:pt x="68" y="39"/>
                  <a:pt x="68" y="39"/>
                  <a:pt x="68" y="39"/>
                </a:cubicBezTo>
                <a:cubicBezTo>
                  <a:pt x="77" y="48"/>
                  <a:pt x="77" y="48"/>
                  <a:pt x="77" y="48"/>
                </a:cubicBezTo>
                <a:cubicBezTo>
                  <a:pt x="43" y="81"/>
                  <a:pt x="43" y="81"/>
                  <a:pt x="43" y="81"/>
                </a:cubicBezTo>
                <a:cubicBezTo>
                  <a:pt x="35" y="83"/>
                  <a:pt x="33" y="79"/>
                  <a:pt x="34" y="73"/>
                </a:cubicBezTo>
                <a:cubicBezTo>
                  <a:pt x="26" y="72"/>
                  <a:pt x="20" y="68"/>
                  <a:pt x="19" y="59"/>
                </a:cubicBezTo>
                <a:cubicBezTo>
                  <a:pt x="41" y="37"/>
                  <a:pt x="41" y="37"/>
                  <a:pt x="41" y="37"/>
                </a:cubicBezTo>
                <a:cubicBezTo>
                  <a:pt x="39" y="34"/>
                  <a:pt x="39" y="34"/>
                  <a:pt x="39" y="34"/>
                </a:cubicBezTo>
                <a:cubicBezTo>
                  <a:pt x="16" y="57"/>
                  <a:pt x="16" y="57"/>
                  <a:pt x="16" y="57"/>
                </a:cubicBezTo>
                <a:cubicBezTo>
                  <a:pt x="10" y="58"/>
                  <a:pt x="9" y="54"/>
                  <a:pt x="10" y="48"/>
                </a:cubicBezTo>
                <a:cubicBezTo>
                  <a:pt x="21" y="37"/>
                  <a:pt x="32" y="26"/>
                  <a:pt x="43" y="14"/>
                </a:cubicBezTo>
                <a:cubicBezTo>
                  <a:pt x="52" y="23"/>
                  <a:pt x="52" y="23"/>
                  <a:pt x="52" y="23"/>
                </a:cubicBezTo>
                <a:close/>
                <a:moveTo>
                  <a:pt x="4" y="69"/>
                </a:moveTo>
                <a:cubicBezTo>
                  <a:pt x="0" y="86"/>
                  <a:pt x="0" y="86"/>
                  <a:pt x="0" y="86"/>
                </a:cubicBezTo>
                <a:cubicBezTo>
                  <a:pt x="6" y="93"/>
                  <a:pt x="6" y="93"/>
                  <a:pt x="6" y="93"/>
                </a:cubicBezTo>
                <a:cubicBezTo>
                  <a:pt x="24" y="89"/>
                  <a:pt x="24" y="89"/>
                  <a:pt x="24" y="89"/>
                </a:cubicBezTo>
                <a:lnTo>
                  <a:pt x="4" y="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0" tIns="45695" rIns="91390" bIns="45695" numCol="1" anchor="t" anchorCtr="0" compatLnSpc="1"/>
          <a:lstStyle/>
          <a:p>
            <a:endParaRPr lang="zh-CN" altLang="en-US" sz="18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Shape 63"/>
          <p:cNvSpPr/>
          <p:nvPr/>
        </p:nvSpPr>
        <p:spPr>
          <a:xfrm>
            <a:off x="894116" y="4248865"/>
            <a:ext cx="2210237" cy="121539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/>
          <a:p>
            <a:pPr algn="ctr" defTabSz="1087755"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TextBox 15"/>
          <p:cNvSpPr txBox="1"/>
          <p:nvPr/>
        </p:nvSpPr>
        <p:spPr>
          <a:xfrm>
            <a:off x="894115" y="3927963"/>
            <a:ext cx="2210237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Shape 63"/>
          <p:cNvSpPr/>
          <p:nvPr/>
        </p:nvSpPr>
        <p:spPr>
          <a:xfrm>
            <a:off x="3686922" y="4248865"/>
            <a:ext cx="2210237" cy="121539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/>
          <a:p>
            <a:pPr algn="ctr" defTabSz="1087755"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Box 15"/>
          <p:cNvSpPr txBox="1"/>
          <p:nvPr/>
        </p:nvSpPr>
        <p:spPr>
          <a:xfrm>
            <a:off x="3686921" y="3927963"/>
            <a:ext cx="2210237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Shape 63"/>
          <p:cNvSpPr/>
          <p:nvPr/>
        </p:nvSpPr>
        <p:spPr>
          <a:xfrm>
            <a:off x="6479728" y="4248865"/>
            <a:ext cx="2210237" cy="121539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/>
          <a:p>
            <a:pPr algn="ctr" defTabSz="1087755"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TextBox 15"/>
          <p:cNvSpPr txBox="1"/>
          <p:nvPr/>
        </p:nvSpPr>
        <p:spPr>
          <a:xfrm>
            <a:off x="6479727" y="3927963"/>
            <a:ext cx="2210237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Shape 63"/>
          <p:cNvSpPr/>
          <p:nvPr/>
        </p:nvSpPr>
        <p:spPr>
          <a:xfrm>
            <a:off x="9272534" y="4248865"/>
            <a:ext cx="2210237" cy="121539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/>
          <a:p>
            <a:pPr algn="ctr" defTabSz="1087755">
              <a:lnSpc>
                <a:spcPct val="150000"/>
              </a:lnSpc>
              <a:spcBef>
                <a:spcPct val="20000"/>
              </a:spcBef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TextBox 15"/>
          <p:cNvSpPr txBox="1"/>
          <p:nvPr/>
        </p:nvSpPr>
        <p:spPr>
          <a:xfrm>
            <a:off x="9272533" y="3927963"/>
            <a:ext cx="2210237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90020" y="2387191"/>
            <a:ext cx="546143" cy="546143"/>
            <a:chOff x="776904" y="2402596"/>
            <a:chExt cx="684000" cy="684000"/>
          </a:xfrm>
        </p:grpSpPr>
        <p:sp>
          <p:nvSpPr>
            <p:cNvPr id="4" name="Oval 83"/>
            <p:cNvSpPr/>
            <p:nvPr/>
          </p:nvSpPr>
          <p:spPr>
            <a:xfrm>
              <a:off x="776904" y="2402596"/>
              <a:ext cx="684000" cy="6840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5" name="Group 84"/>
            <p:cNvGrpSpPr>
              <a:grpSpLocks noChangeAspect="1"/>
            </p:cNvGrpSpPr>
            <p:nvPr/>
          </p:nvGrpSpPr>
          <p:grpSpPr>
            <a:xfrm>
              <a:off x="941469" y="2531642"/>
              <a:ext cx="357120" cy="403041"/>
              <a:chOff x="3175" y="3175"/>
              <a:chExt cx="2320925" cy="2619375"/>
            </a:xfrm>
            <a:solidFill>
              <a:schemeClr val="accent1"/>
            </a:solidFill>
          </p:grpSpPr>
          <p:sp>
            <p:nvSpPr>
              <p:cNvPr id="6" name="Freeform 5"/>
              <p:cNvSpPr>
                <a:spLocks noEditPoints="1"/>
              </p:cNvSpPr>
              <p:nvPr/>
            </p:nvSpPr>
            <p:spPr bwMode="auto">
              <a:xfrm>
                <a:off x="168275" y="3175"/>
                <a:ext cx="1990725" cy="1990725"/>
              </a:xfrm>
              <a:custGeom>
                <a:avLst/>
                <a:gdLst>
                  <a:gd name="T0" fmla="*/ 264 w 528"/>
                  <a:gd name="T1" fmla="*/ 528 h 528"/>
                  <a:gd name="T2" fmla="*/ 528 w 528"/>
                  <a:gd name="T3" fmla="*/ 264 h 528"/>
                  <a:gd name="T4" fmla="*/ 264 w 528"/>
                  <a:gd name="T5" fmla="*/ 0 h 528"/>
                  <a:gd name="T6" fmla="*/ 0 w 528"/>
                  <a:gd name="T7" fmla="*/ 264 h 528"/>
                  <a:gd name="T8" fmla="*/ 264 w 528"/>
                  <a:gd name="T9" fmla="*/ 528 h 528"/>
                  <a:gd name="T10" fmla="*/ 264 w 528"/>
                  <a:gd name="T11" fmla="*/ 484 h 528"/>
                  <a:gd name="T12" fmla="*/ 71 w 528"/>
                  <a:gd name="T13" fmla="*/ 370 h 528"/>
                  <a:gd name="T14" fmla="*/ 73 w 528"/>
                  <a:gd name="T15" fmla="*/ 369 h 528"/>
                  <a:gd name="T16" fmla="*/ 92 w 528"/>
                  <a:gd name="T17" fmla="*/ 352 h 528"/>
                  <a:gd name="T18" fmla="*/ 104 w 528"/>
                  <a:gd name="T19" fmla="*/ 312 h 528"/>
                  <a:gd name="T20" fmla="*/ 304 w 528"/>
                  <a:gd name="T21" fmla="*/ 385 h 528"/>
                  <a:gd name="T22" fmla="*/ 321 w 528"/>
                  <a:gd name="T23" fmla="*/ 385 h 528"/>
                  <a:gd name="T24" fmla="*/ 461 w 528"/>
                  <a:gd name="T25" fmla="*/ 361 h 528"/>
                  <a:gd name="T26" fmla="*/ 264 w 528"/>
                  <a:gd name="T27" fmla="*/ 484 h 528"/>
                  <a:gd name="T28" fmla="*/ 264 w 528"/>
                  <a:gd name="T29" fmla="*/ 44 h 528"/>
                  <a:gd name="T30" fmla="*/ 484 w 528"/>
                  <a:gd name="T31" fmla="*/ 264 h 528"/>
                  <a:gd name="T32" fmla="*/ 472 w 528"/>
                  <a:gd name="T33" fmla="*/ 334 h 528"/>
                  <a:gd name="T34" fmla="*/ 305 w 528"/>
                  <a:gd name="T35" fmla="*/ 363 h 528"/>
                  <a:gd name="T36" fmla="*/ 107 w 528"/>
                  <a:gd name="T37" fmla="*/ 283 h 528"/>
                  <a:gd name="T38" fmla="*/ 95 w 528"/>
                  <a:gd name="T39" fmla="*/ 279 h 528"/>
                  <a:gd name="T40" fmla="*/ 87 w 528"/>
                  <a:gd name="T41" fmla="*/ 287 h 528"/>
                  <a:gd name="T42" fmla="*/ 72 w 528"/>
                  <a:gd name="T43" fmla="*/ 343 h 528"/>
                  <a:gd name="T44" fmla="*/ 67 w 528"/>
                  <a:gd name="T45" fmla="*/ 348 h 528"/>
                  <a:gd name="T46" fmla="*/ 60 w 528"/>
                  <a:gd name="T47" fmla="*/ 347 h 528"/>
                  <a:gd name="T48" fmla="*/ 44 w 528"/>
                  <a:gd name="T49" fmla="*/ 264 h 528"/>
                  <a:gd name="T50" fmla="*/ 264 w 528"/>
                  <a:gd name="T51" fmla="*/ 44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28" h="528">
                    <a:moveTo>
                      <a:pt x="264" y="528"/>
                    </a:moveTo>
                    <a:cubicBezTo>
                      <a:pt x="410" y="528"/>
                      <a:pt x="528" y="410"/>
                      <a:pt x="528" y="264"/>
                    </a:cubicBezTo>
                    <a:cubicBezTo>
                      <a:pt x="528" y="118"/>
                      <a:pt x="410" y="0"/>
                      <a:pt x="264" y="0"/>
                    </a:cubicBezTo>
                    <a:cubicBezTo>
                      <a:pt x="118" y="0"/>
                      <a:pt x="0" y="118"/>
                      <a:pt x="0" y="264"/>
                    </a:cubicBezTo>
                    <a:cubicBezTo>
                      <a:pt x="0" y="410"/>
                      <a:pt x="118" y="528"/>
                      <a:pt x="264" y="528"/>
                    </a:cubicBezTo>
                    <a:close/>
                    <a:moveTo>
                      <a:pt x="264" y="484"/>
                    </a:moveTo>
                    <a:cubicBezTo>
                      <a:pt x="181" y="484"/>
                      <a:pt x="108" y="438"/>
                      <a:pt x="71" y="370"/>
                    </a:cubicBezTo>
                    <a:cubicBezTo>
                      <a:pt x="72" y="369"/>
                      <a:pt x="72" y="369"/>
                      <a:pt x="73" y="369"/>
                    </a:cubicBezTo>
                    <a:cubicBezTo>
                      <a:pt x="79" y="367"/>
                      <a:pt x="87" y="363"/>
                      <a:pt x="92" y="352"/>
                    </a:cubicBezTo>
                    <a:cubicBezTo>
                      <a:pt x="97" y="340"/>
                      <a:pt x="101" y="324"/>
                      <a:pt x="104" y="312"/>
                    </a:cubicBezTo>
                    <a:cubicBezTo>
                      <a:pt x="130" y="335"/>
                      <a:pt x="191" y="377"/>
                      <a:pt x="304" y="385"/>
                    </a:cubicBezTo>
                    <a:cubicBezTo>
                      <a:pt x="309" y="385"/>
                      <a:pt x="315" y="385"/>
                      <a:pt x="321" y="385"/>
                    </a:cubicBezTo>
                    <a:cubicBezTo>
                      <a:pt x="371" y="385"/>
                      <a:pt x="426" y="372"/>
                      <a:pt x="461" y="361"/>
                    </a:cubicBezTo>
                    <a:cubicBezTo>
                      <a:pt x="425" y="434"/>
                      <a:pt x="350" y="484"/>
                      <a:pt x="264" y="484"/>
                    </a:cubicBezTo>
                    <a:close/>
                    <a:moveTo>
                      <a:pt x="264" y="44"/>
                    </a:moveTo>
                    <a:cubicBezTo>
                      <a:pt x="385" y="44"/>
                      <a:pt x="484" y="143"/>
                      <a:pt x="484" y="264"/>
                    </a:cubicBezTo>
                    <a:cubicBezTo>
                      <a:pt x="484" y="289"/>
                      <a:pt x="480" y="312"/>
                      <a:pt x="472" y="334"/>
                    </a:cubicBezTo>
                    <a:cubicBezTo>
                      <a:pt x="438" y="345"/>
                      <a:pt x="364" y="367"/>
                      <a:pt x="305" y="363"/>
                    </a:cubicBezTo>
                    <a:cubicBezTo>
                      <a:pt x="161" y="352"/>
                      <a:pt x="107" y="283"/>
                      <a:pt x="107" y="283"/>
                    </a:cubicBezTo>
                    <a:cubicBezTo>
                      <a:pt x="104" y="279"/>
                      <a:pt x="99" y="278"/>
                      <a:pt x="95" y="279"/>
                    </a:cubicBezTo>
                    <a:cubicBezTo>
                      <a:pt x="91" y="280"/>
                      <a:pt x="88" y="283"/>
                      <a:pt x="87" y="287"/>
                    </a:cubicBezTo>
                    <a:cubicBezTo>
                      <a:pt x="87" y="288"/>
                      <a:pt x="81" y="323"/>
                      <a:pt x="72" y="343"/>
                    </a:cubicBezTo>
                    <a:cubicBezTo>
                      <a:pt x="70" y="347"/>
                      <a:pt x="68" y="348"/>
                      <a:pt x="67" y="348"/>
                    </a:cubicBezTo>
                    <a:cubicBezTo>
                      <a:pt x="65" y="348"/>
                      <a:pt x="63" y="348"/>
                      <a:pt x="60" y="347"/>
                    </a:cubicBezTo>
                    <a:cubicBezTo>
                      <a:pt x="50" y="322"/>
                      <a:pt x="44" y="294"/>
                      <a:pt x="44" y="264"/>
                    </a:cubicBezTo>
                    <a:cubicBezTo>
                      <a:pt x="44" y="143"/>
                      <a:pt x="142" y="44"/>
                      <a:pt x="264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 bwMode="auto">
              <a:xfrm>
                <a:off x="3175" y="1698625"/>
                <a:ext cx="2320925" cy="923925"/>
              </a:xfrm>
              <a:custGeom>
                <a:avLst/>
                <a:gdLst>
                  <a:gd name="T0" fmla="*/ 541 w 616"/>
                  <a:gd name="T1" fmla="*/ 7 h 245"/>
                  <a:gd name="T2" fmla="*/ 510 w 616"/>
                  <a:gd name="T3" fmla="*/ 12 h 245"/>
                  <a:gd name="T4" fmla="*/ 515 w 616"/>
                  <a:gd name="T5" fmla="*/ 43 h 245"/>
                  <a:gd name="T6" fmla="*/ 572 w 616"/>
                  <a:gd name="T7" fmla="*/ 113 h 245"/>
                  <a:gd name="T8" fmla="*/ 308 w 616"/>
                  <a:gd name="T9" fmla="*/ 201 h 245"/>
                  <a:gd name="T10" fmla="*/ 44 w 616"/>
                  <a:gd name="T11" fmla="*/ 113 h 245"/>
                  <a:gd name="T12" fmla="*/ 101 w 616"/>
                  <a:gd name="T13" fmla="*/ 43 h 245"/>
                  <a:gd name="T14" fmla="*/ 105 w 616"/>
                  <a:gd name="T15" fmla="*/ 12 h 245"/>
                  <a:gd name="T16" fmla="*/ 75 w 616"/>
                  <a:gd name="T17" fmla="*/ 7 h 245"/>
                  <a:gd name="T18" fmla="*/ 0 w 616"/>
                  <a:gd name="T19" fmla="*/ 113 h 245"/>
                  <a:gd name="T20" fmla="*/ 308 w 616"/>
                  <a:gd name="T21" fmla="*/ 245 h 245"/>
                  <a:gd name="T22" fmla="*/ 616 w 616"/>
                  <a:gd name="T23" fmla="*/ 113 h 245"/>
                  <a:gd name="T24" fmla="*/ 541 w 616"/>
                  <a:gd name="T25" fmla="*/ 7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16" h="245">
                    <a:moveTo>
                      <a:pt x="541" y="7"/>
                    </a:moveTo>
                    <a:cubicBezTo>
                      <a:pt x="531" y="0"/>
                      <a:pt x="517" y="2"/>
                      <a:pt x="510" y="12"/>
                    </a:cubicBezTo>
                    <a:cubicBezTo>
                      <a:pt x="503" y="22"/>
                      <a:pt x="505" y="36"/>
                      <a:pt x="515" y="43"/>
                    </a:cubicBezTo>
                    <a:cubicBezTo>
                      <a:pt x="555" y="72"/>
                      <a:pt x="572" y="88"/>
                      <a:pt x="572" y="113"/>
                    </a:cubicBezTo>
                    <a:cubicBezTo>
                      <a:pt x="572" y="177"/>
                      <a:pt x="498" y="201"/>
                      <a:pt x="308" y="201"/>
                    </a:cubicBezTo>
                    <a:cubicBezTo>
                      <a:pt x="118" y="201"/>
                      <a:pt x="44" y="177"/>
                      <a:pt x="44" y="113"/>
                    </a:cubicBezTo>
                    <a:cubicBezTo>
                      <a:pt x="44" y="88"/>
                      <a:pt x="60" y="72"/>
                      <a:pt x="101" y="43"/>
                    </a:cubicBezTo>
                    <a:cubicBezTo>
                      <a:pt x="110" y="36"/>
                      <a:pt x="113" y="22"/>
                      <a:pt x="105" y="12"/>
                    </a:cubicBezTo>
                    <a:cubicBezTo>
                      <a:pt x="98" y="2"/>
                      <a:pt x="85" y="0"/>
                      <a:pt x="75" y="7"/>
                    </a:cubicBezTo>
                    <a:cubicBezTo>
                      <a:pt x="40" y="33"/>
                      <a:pt x="0" y="62"/>
                      <a:pt x="0" y="113"/>
                    </a:cubicBezTo>
                    <a:cubicBezTo>
                      <a:pt x="0" y="235"/>
                      <a:pt x="159" y="245"/>
                      <a:pt x="308" y="245"/>
                    </a:cubicBezTo>
                    <a:cubicBezTo>
                      <a:pt x="457" y="245"/>
                      <a:pt x="616" y="235"/>
                      <a:pt x="616" y="113"/>
                    </a:cubicBezTo>
                    <a:cubicBezTo>
                      <a:pt x="616" y="62"/>
                      <a:pt x="576" y="33"/>
                      <a:pt x="541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5291686" y="3510009"/>
            <a:ext cx="546143" cy="546143"/>
            <a:chOff x="778570" y="3398414"/>
            <a:chExt cx="684000" cy="684000"/>
          </a:xfrm>
        </p:grpSpPr>
        <p:sp>
          <p:nvSpPr>
            <p:cNvPr id="9" name="Oval 88"/>
            <p:cNvSpPr/>
            <p:nvPr/>
          </p:nvSpPr>
          <p:spPr>
            <a:xfrm>
              <a:off x="778570" y="3398414"/>
              <a:ext cx="684000" cy="6840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0" name="Group 89"/>
            <p:cNvGrpSpPr>
              <a:grpSpLocks noChangeAspect="1"/>
            </p:cNvGrpSpPr>
            <p:nvPr/>
          </p:nvGrpSpPr>
          <p:grpSpPr>
            <a:xfrm>
              <a:off x="923866" y="3552112"/>
              <a:ext cx="396000" cy="396000"/>
              <a:chOff x="1928427" y="-1529876"/>
              <a:chExt cx="1960563" cy="1960563"/>
            </a:xfrm>
            <a:solidFill>
              <a:schemeClr val="accent1"/>
            </a:solidFill>
          </p:grpSpPr>
          <p:sp>
            <p:nvSpPr>
              <p:cNvPr id="11" name="Freeform 19"/>
              <p:cNvSpPr>
                <a:spLocks noEditPoints="1"/>
              </p:cNvSpPr>
              <p:nvPr/>
            </p:nvSpPr>
            <p:spPr bwMode="auto">
              <a:xfrm>
                <a:off x="3200014" y="-256700"/>
                <a:ext cx="265113" cy="260350"/>
              </a:xfrm>
              <a:custGeom>
                <a:avLst/>
                <a:gdLst>
                  <a:gd name="T0" fmla="*/ 78 w 156"/>
                  <a:gd name="T1" fmla="*/ 0 h 154"/>
                  <a:gd name="T2" fmla="*/ 0 w 156"/>
                  <a:gd name="T3" fmla="*/ 77 h 154"/>
                  <a:gd name="T4" fmla="*/ 78 w 156"/>
                  <a:gd name="T5" fmla="*/ 154 h 154"/>
                  <a:gd name="T6" fmla="*/ 156 w 156"/>
                  <a:gd name="T7" fmla="*/ 77 h 154"/>
                  <a:gd name="T8" fmla="*/ 78 w 156"/>
                  <a:gd name="T9" fmla="*/ 0 h 154"/>
                  <a:gd name="T10" fmla="*/ 78 w 156"/>
                  <a:gd name="T11" fmla="*/ 116 h 154"/>
                  <a:gd name="T12" fmla="*/ 39 w 156"/>
                  <a:gd name="T13" fmla="*/ 77 h 154"/>
                  <a:gd name="T14" fmla="*/ 78 w 156"/>
                  <a:gd name="T15" fmla="*/ 39 h 154"/>
                  <a:gd name="T16" fmla="*/ 117 w 156"/>
                  <a:gd name="T17" fmla="*/ 77 h 154"/>
                  <a:gd name="T18" fmla="*/ 78 w 156"/>
                  <a:gd name="T19" fmla="*/ 116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6" h="154">
                    <a:moveTo>
                      <a:pt x="78" y="0"/>
                    </a:moveTo>
                    <a:cubicBezTo>
                      <a:pt x="35" y="0"/>
                      <a:pt x="0" y="35"/>
                      <a:pt x="0" y="77"/>
                    </a:cubicBezTo>
                    <a:cubicBezTo>
                      <a:pt x="0" y="120"/>
                      <a:pt x="35" y="154"/>
                      <a:pt x="78" y="154"/>
                    </a:cubicBezTo>
                    <a:cubicBezTo>
                      <a:pt x="121" y="154"/>
                      <a:pt x="156" y="120"/>
                      <a:pt x="156" y="77"/>
                    </a:cubicBezTo>
                    <a:cubicBezTo>
                      <a:pt x="156" y="35"/>
                      <a:pt x="121" y="0"/>
                      <a:pt x="78" y="0"/>
                    </a:cubicBezTo>
                    <a:close/>
                    <a:moveTo>
                      <a:pt x="78" y="116"/>
                    </a:moveTo>
                    <a:cubicBezTo>
                      <a:pt x="56" y="116"/>
                      <a:pt x="39" y="98"/>
                      <a:pt x="39" y="77"/>
                    </a:cubicBezTo>
                    <a:cubicBezTo>
                      <a:pt x="39" y="56"/>
                      <a:pt x="56" y="39"/>
                      <a:pt x="78" y="39"/>
                    </a:cubicBezTo>
                    <a:cubicBezTo>
                      <a:pt x="99" y="39"/>
                      <a:pt x="117" y="56"/>
                      <a:pt x="117" y="77"/>
                    </a:cubicBezTo>
                    <a:cubicBezTo>
                      <a:pt x="117" y="98"/>
                      <a:pt x="99" y="116"/>
                      <a:pt x="78" y="1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" name="Freeform 20"/>
              <p:cNvSpPr>
                <a:spLocks noEditPoints="1"/>
              </p:cNvSpPr>
              <p:nvPr/>
            </p:nvSpPr>
            <p:spPr bwMode="auto">
              <a:xfrm>
                <a:off x="2350702" y="-256700"/>
                <a:ext cx="263525" cy="260350"/>
              </a:xfrm>
              <a:custGeom>
                <a:avLst/>
                <a:gdLst>
                  <a:gd name="T0" fmla="*/ 78 w 155"/>
                  <a:gd name="T1" fmla="*/ 0 h 154"/>
                  <a:gd name="T2" fmla="*/ 0 w 155"/>
                  <a:gd name="T3" fmla="*/ 77 h 154"/>
                  <a:gd name="T4" fmla="*/ 78 w 155"/>
                  <a:gd name="T5" fmla="*/ 154 h 154"/>
                  <a:gd name="T6" fmla="*/ 155 w 155"/>
                  <a:gd name="T7" fmla="*/ 77 h 154"/>
                  <a:gd name="T8" fmla="*/ 78 w 155"/>
                  <a:gd name="T9" fmla="*/ 0 h 154"/>
                  <a:gd name="T10" fmla="*/ 78 w 155"/>
                  <a:gd name="T11" fmla="*/ 116 h 154"/>
                  <a:gd name="T12" fmla="*/ 39 w 155"/>
                  <a:gd name="T13" fmla="*/ 77 h 154"/>
                  <a:gd name="T14" fmla="*/ 78 w 155"/>
                  <a:gd name="T15" fmla="*/ 39 h 154"/>
                  <a:gd name="T16" fmla="*/ 117 w 155"/>
                  <a:gd name="T17" fmla="*/ 77 h 154"/>
                  <a:gd name="T18" fmla="*/ 78 w 155"/>
                  <a:gd name="T19" fmla="*/ 116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5" h="154">
                    <a:moveTo>
                      <a:pt x="78" y="0"/>
                    </a:moveTo>
                    <a:cubicBezTo>
                      <a:pt x="35" y="0"/>
                      <a:pt x="0" y="35"/>
                      <a:pt x="0" y="77"/>
                    </a:cubicBezTo>
                    <a:cubicBezTo>
                      <a:pt x="0" y="120"/>
                      <a:pt x="35" y="154"/>
                      <a:pt x="78" y="154"/>
                    </a:cubicBezTo>
                    <a:cubicBezTo>
                      <a:pt x="121" y="154"/>
                      <a:pt x="155" y="120"/>
                      <a:pt x="155" y="77"/>
                    </a:cubicBezTo>
                    <a:cubicBezTo>
                      <a:pt x="155" y="35"/>
                      <a:pt x="121" y="0"/>
                      <a:pt x="78" y="0"/>
                    </a:cubicBezTo>
                    <a:close/>
                    <a:moveTo>
                      <a:pt x="78" y="116"/>
                    </a:moveTo>
                    <a:cubicBezTo>
                      <a:pt x="56" y="116"/>
                      <a:pt x="39" y="98"/>
                      <a:pt x="39" y="77"/>
                    </a:cubicBezTo>
                    <a:cubicBezTo>
                      <a:pt x="39" y="56"/>
                      <a:pt x="56" y="39"/>
                      <a:pt x="78" y="39"/>
                    </a:cubicBezTo>
                    <a:cubicBezTo>
                      <a:pt x="99" y="39"/>
                      <a:pt x="117" y="56"/>
                      <a:pt x="117" y="77"/>
                    </a:cubicBezTo>
                    <a:cubicBezTo>
                      <a:pt x="117" y="98"/>
                      <a:pt x="99" y="116"/>
                      <a:pt x="78" y="1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 21"/>
              <p:cNvSpPr/>
              <p:nvPr/>
            </p:nvSpPr>
            <p:spPr bwMode="auto">
              <a:xfrm>
                <a:off x="2711064" y="-288450"/>
                <a:ext cx="393700" cy="65088"/>
              </a:xfrm>
              <a:custGeom>
                <a:avLst/>
                <a:gdLst>
                  <a:gd name="T0" fmla="*/ 213 w 232"/>
                  <a:gd name="T1" fmla="*/ 0 h 38"/>
                  <a:gd name="T2" fmla="*/ 20 w 232"/>
                  <a:gd name="T3" fmla="*/ 0 h 38"/>
                  <a:gd name="T4" fmla="*/ 0 w 232"/>
                  <a:gd name="T5" fmla="*/ 19 h 38"/>
                  <a:gd name="T6" fmla="*/ 20 w 232"/>
                  <a:gd name="T7" fmla="*/ 38 h 38"/>
                  <a:gd name="T8" fmla="*/ 213 w 232"/>
                  <a:gd name="T9" fmla="*/ 38 h 38"/>
                  <a:gd name="T10" fmla="*/ 232 w 232"/>
                  <a:gd name="T11" fmla="*/ 19 h 38"/>
                  <a:gd name="T12" fmla="*/ 213 w 232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2" h="38">
                    <a:moveTo>
                      <a:pt x="213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8"/>
                      <a:pt x="0" y="19"/>
                    </a:cubicBezTo>
                    <a:cubicBezTo>
                      <a:pt x="0" y="30"/>
                      <a:pt x="9" y="38"/>
                      <a:pt x="20" y="38"/>
                    </a:cubicBezTo>
                    <a:cubicBezTo>
                      <a:pt x="213" y="38"/>
                      <a:pt x="213" y="38"/>
                      <a:pt x="213" y="38"/>
                    </a:cubicBezTo>
                    <a:cubicBezTo>
                      <a:pt x="223" y="38"/>
                      <a:pt x="232" y="30"/>
                      <a:pt x="232" y="19"/>
                    </a:cubicBezTo>
                    <a:cubicBezTo>
                      <a:pt x="232" y="8"/>
                      <a:pt x="223" y="0"/>
                      <a:pt x="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 22"/>
              <p:cNvSpPr/>
              <p:nvPr/>
            </p:nvSpPr>
            <p:spPr bwMode="auto">
              <a:xfrm>
                <a:off x="2711063" y="-88625"/>
                <a:ext cx="393702" cy="66674"/>
              </a:xfrm>
              <a:custGeom>
                <a:avLst/>
                <a:gdLst>
                  <a:gd name="T0" fmla="*/ 213 w 232"/>
                  <a:gd name="T1" fmla="*/ 0 h 39"/>
                  <a:gd name="T2" fmla="*/ 20 w 232"/>
                  <a:gd name="T3" fmla="*/ 0 h 39"/>
                  <a:gd name="T4" fmla="*/ 0 w 232"/>
                  <a:gd name="T5" fmla="*/ 19 h 39"/>
                  <a:gd name="T6" fmla="*/ 20 w 232"/>
                  <a:gd name="T7" fmla="*/ 39 h 39"/>
                  <a:gd name="T8" fmla="*/ 213 w 232"/>
                  <a:gd name="T9" fmla="*/ 39 h 39"/>
                  <a:gd name="T10" fmla="*/ 232 w 232"/>
                  <a:gd name="T11" fmla="*/ 19 h 39"/>
                  <a:gd name="T12" fmla="*/ 213 w 232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2" h="39">
                    <a:moveTo>
                      <a:pt x="213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19"/>
                    </a:cubicBezTo>
                    <a:cubicBezTo>
                      <a:pt x="0" y="30"/>
                      <a:pt x="9" y="39"/>
                      <a:pt x="20" y="39"/>
                    </a:cubicBezTo>
                    <a:cubicBezTo>
                      <a:pt x="213" y="39"/>
                      <a:pt x="213" y="39"/>
                      <a:pt x="213" y="39"/>
                    </a:cubicBezTo>
                    <a:cubicBezTo>
                      <a:pt x="223" y="39"/>
                      <a:pt x="232" y="30"/>
                      <a:pt x="232" y="19"/>
                    </a:cubicBezTo>
                    <a:cubicBezTo>
                      <a:pt x="232" y="9"/>
                      <a:pt x="223" y="0"/>
                      <a:pt x="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23"/>
              <p:cNvSpPr/>
              <p:nvPr/>
            </p:nvSpPr>
            <p:spPr bwMode="auto">
              <a:xfrm>
                <a:off x="2418964" y="-842488"/>
                <a:ext cx="260350" cy="260350"/>
              </a:xfrm>
              <a:custGeom>
                <a:avLst/>
                <a:gdLst>
                  <a:gd name="T0" fmla="*/ 135 w 154"/>
                  <a:gd name="T1" fmla="*/ 0 h 154"/>
                  <a:gd name="T2" fmla="*/ 0 w 154"/>
                  <a:gd name="T3" fmla="*/ 135 h 154"/>
                  <a:gd name="T4" fmla="*/ 19 w 154"/>
                  <a:gd name="T5" fmla="*/ 154 h 154"/>
                  <a:gd name="T6" fmla="*/ 38 w 154"/>
                  <a:gd name="T7" fmla="*/ 135 h 154"/>
                  <a:gd name="T8" fmla="*/ 135 w 154"/>
                  <a:gd name="T9" fmla="*/ 38 h 154"/>
                  <a:gd name="T10" fmla="*/ 154 w 154"/>
                  <a:gd name="T11" fmla="*/ 19 h 154"/>
                  <a:gd name="T12" fmla="*/ 135 w 154"/>
                  <a:gd name="T13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" h="154">
                    <a:moveTo>
                      <a:pt x="135" y="0"/>
                    </a:moveTo>
                    <a:cubicBezTo>
                      <a:pt x="60" y="0"/>
                      <a:pt x="0" y="60"/>
                      <a:pt x="0" y="135"/>
                    </a:cubicBezTo>
                    <a:cubicBezTo>
                      <a:pt x="0" y="145"/>
                      <a:pt x="8" y="154"/>
                      <a:pt x="19" y="154"/>
                    </a:cubicBezTo>
                    <a:cubicBezTo>
                      <a:pt x="30" y="154"/>
                      <a:pt x="38" y="145"/>
                      <a:pt x="38" y="135"/>
                    </a:cubicBezTo>
                    <a:cubicBezTo>
                      <a:pt x="38" y="81"/>
                      <a:pt x="82" y="38"/>
                      <a:pt x="135" y="38"/>
                    </a:cubicBezTo>
                    <a:cubicBezTo>
                      <a:pt x="145" y="38"/>
                      <a:pt x="154" y="30"/>
                      <a:pt x="154" y="19"/>
                    </a:cubicBezTo>
                    <a:cubicBezTo>
                      <a:pt x="154" y="8"/>
                      <a:pt x="145" y="0"/>
                      <a:pt x="1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24"/>
              <p:cNvSpPr>
                <a:spLocks noEditPoints="1"/>
              </p:cNvSpPr>
              <p:nvPr/>
            </p:nvSpPr>
            <p:spPr bwMode="auto">
              <a:xfrm>
                <a:off x="1928427" y="-1529876"/>
                <a:ext cx="1960563" cy="1960563"/>
              </a:xfrm>
              <a:custGeom>
                <a:avLst/>
                <a:gdLst>
                  <a:gd name="T0" fmla="*/ 1081 w 1159"/>
                  <a:gd name="T1" fmla="*/ 316 h 1159"/>
                  <a:gd name="T2" fmla="*/ 1081 w 1159"/>
                  <a:gd name="T3" fmla="*/ 154 h 1159"/>
                  <a:gd name="T4" fmla="*/ 927 w 1159"/>
                  <a:gd name="T5" fmla="*/ 0 h 1159"/>
                  <a:gd name="T6" fmla="*/ 232 w 1159"/>
                  <a:gd name="T7" fmla="*/ 0 h 1159"/>
                  <a:gd name="T8" fmla="*/ 77 w 1159"/>
                  <a:gd name="T9" fmla="*/ 154 h 1159"/>
                  <a:gd name="T10" fmla="*/ 77 w 1159"/>
                  <a:gd name="T11" fmla="*/ 316 h 1159"/>
                  <a:gd name="T12" fmla="*/ 0 w 1159"/>
                  <a:gd name="T13" fmla="*/ 425 h 1159"/>
                  <a:gd name="T14" fmla="*/ 0 w 1159"/>
                  <a:gd name="T15" fmla="*/ 618 h 1159"/>
                  <a:gd name="T16" fmla="*/ 77 w 1159"/>
                  <a:gd name="T17" fmla="*/ 727 h 1159"/>
                  <a:gd name="T18" fmla="*/ 77 w 1159"/>
                  <a:gd name="T19" fmla="*/ 978 h 1159"/>
                  <a:gd name="T20" fmla="*/ 251 w 1159"/>
                  <a:gd name="T21" fmla="*/ 1159 h 1159"/>
                  <a:gd name="T22" fmla="*/ 413 w 1159"/>
                  <a:gd name="T23" fmla="*/ 1042 h 1159"/>
                  <a:gd name="T24" fmla="*/ 746 w 1159"/>
                  <a:gd name="T25" fmla="*/ 1042 h 1159"/>
                  <a:gd name="T26" fmla="*/ 908 w 1159"/>
                  <a:gd name="T27" fmla="*/ 1159 h 1159"/>
                  <a:gd name="T28" fmla="*/ 1081 w 1159"/>
                  <a:gd name="T29" fmla="*/ 978 h 1159"/>
                  <a:gd name="T30" fmla="*/ 1081 w 1159"/>
                  <a:gd name="T31" fmla="*/ 727 h 1159"/>
                  <a:gd name="T32" fmla="*/ 1159 w 1159"/>
                  <a:gd name="T33" fmla="*/ 618 h 1159"/>
                  <a:gd name="T34" fmla="*/ 1159 w 1159"/>
                  <a:gd name="T35" fmla="*/ 425 h 1159"/>
                  <a:gd name="T36" fmla="*/ 1081 w 1159"/>
                  <a:gd name="T37" fmla="*/ 316 h 1159"/>
                  <a:gd name="T38" fmla="*/ 1081 w 1159"/>
                  <a:gd name="T39" fmla="*/ 618 h 1159"/>
                  <a:gd name="T40" fmla="*/ 1043 w 1159"/>
                  <a:gd name="T41" fmla="*/ 657 h 1159"/>
                  <a:gd name="T42" fmla="*/ 1004 w 1159"/>
                  <a:gd name="T43" fmla="*/ 657 h 1159"/>
                  <a:gd name="T44" fmla="*/ 1004 w 1159"/>
                  <a:gd name="T45" fmla="*/ 978 h 1159"/>
                  <a:gd name="T46" fmla="*/ 908 w 1159"/>
                  <a:gd name="T47" fmla="*/ 1081 h 1159"/>
                  <a:gd name="T48" fmla="*/ 811 w 1159"/>
                  <a:gd name="T49" fmla="*/ 978 h 1159"/>
                  <a:gd name="T50" fmla="*/ 811 w 1159"/>
                  <a:gd name="T51" fmla="*/ 965 h 1159"/>
                  <a:gd name="T52" fmla="*/ 347 w 1159"/>
                  <a:gd name="T53" fmla="*/ 965 h 1159"/>
                  <a:gd name="T54" fmla="*/ 347 w 1159"/>
                  <a:gd name="T55" fmla="*/ 978 h 1159"/>
                  <a:gd name="T56" fmla="*/ 251 w 1159"/>
                  <a:gd name="T57" fmla="*/ 1081 h 1159"/>
                  <a:gd name="T58" fmla="*/ 155 w 1159"/>
                  <a:gd name="T59" fmla="*/ 978 h 1159"/>
                  <a:gd name="T60" fmla="*/ 155 w 1159"/>
                  <a:gd name="T61" fmla="*/ 657 h 1159"/>
                  <a:gd name="T62" fmla="*/ 116 w 1159"/>
                  <a:gd name="T63" fmla="*/ 657 h 1159"/>
                  <a:gd name="T64" fmla="*/ 77 w 1159"/>
                  <a:gd name="T65" fmla="*/ 618 h 1159"/>
                  <a:gd name="T66" fmla="*/ 77 w 1159"/>
                  <a:gd name="T67" fmla="*/ 425 h 1159"/>
                  <a:gd name="T68" fmla="*/ 116 w 1159"/>
                  <a:gd name="T69" fmla="*/ 386 h 1159"/>
                  <a:gd name="T70" fmla="*/ 154 w 1159"/>
                  <a:gd name="T71" fmla="*/ 386 h 1159"/>
                  <a:gd name="T72" fmla="*/ 154 w 1159"/>
                  <a:gd name="T73" fmla="*/ 270 h 1159"/>
                  <a:gd name="T74" fmla="*/ 270 w 1159"/>
                  <a:gd name="T75" fmla="*/ 155 h 1159"/>
                  <a:gd name="T76" fmla="*/ 888 w 1159"/>
                  <a:gd name="T77" fmla="*/ 155 h 1159"/>
                  <a:gd name="T78" fmla="*/ 1004 w 1159"/>
                  <a:gd name="T79" fmla="*/ 270 h 1159"/>
                  <a:gd name="T80" fmla="*/ 1004 w 1159"/>
                  <a:gd name="T81" fmla="*/ 386 h 1159"/>
                  <a:gd name="T82" fmla="*/ 1043 w 1159"/>
                  <a:gd name="T83" fmla="*/ 386 h 1159"/>
                  <a:gd name="T84" fmla="*/ 1081 w 1159"/>
                  <a:gd name="T85" fmla="*/ 425 h 1159"/>
                  <a:gd name="T86" fmla="*/ 1081 w 1159"/>
                  <a:gd name="T87" fmla="*/ 618 h 1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159" h="1159">
                    <a:moveTo>
                      <a:pt x="1081" y="316"/>
                    </a:moveTo>
                    <a:cubicBezTo>
                      <a:pt x="1081" y="154"/>
                      <a:pt x="1081" y="154"/>
                      <a:pt x="1081" y="154"/>
                    </a:cubicBezTo>
                    <a:cubicBezTo>
                      <a:pt x="1081" y="69"/>
                      <a:pt x="1012" y="0"/>
                      <a:pt x="927" y="0"/>
                    </a:cubicBezTo>
                    <a:cubicBezTo>
                      <a:pt x="232" y="0"/>
                      <a:pt x="232" y="0"/>
                      <a:pt x="232" y="0"/>
                    </a:cubicBezTo>
                    <a:cubicBezTo>
                      <a:pt x="147" y="0"/>
                      <a:pt x="77" y="69"/>
                      <a:pt x="77" y="154"/>
                    </a:cubicBezTo>
                    <a:cubicBezTo>
                      <a:pt x="77" y="316"/>
                      <a:pt x="77" y="316"/>
                      <a:pt x="77" y="316"/>
                    </a:cubicBezTo>
                    <a:cubicBezTo>
                      <a:pt x="32" y="332"/>
                      <a:pt x="0" y="374"/>
                      <a:pt x="0" y="425"/>
                    </a:cubicBezTo>
                    <a:cubicBezTo>
                      <a:pt x="0" y="618"/>
                      <a:pt x="0" y="618"/>
                      <a:pt x="0" y="618"/>
                    </a:cubicBezTo>
                    <a:cubicBezTo>
                      <a:pt x="0" y="668"/>
                      <a:pt x="32" y="711"/>
                      <a:pt x="77" y="727"/>
                    </a:cubicBezTo>
                    <a:cubicBezTo>
                      <a:pt x="77" y="978"/>
                      <a:pt x="77" y="978"/>
                      <a:pt x="77" y="978"/>
                    </a:cubicBezTo>
                    <a:cubicBezTo>
                      <a:pt x="77" y="1078"/>
                      <a:pt x="155" y="1159"/>
                      <a:pt x="251" y="1159"/>
                    </a:cubicBezTo>
                    <a:cubicBezTo>
                      <a:pt x="325" y="1159"/>
                      <a:pt x="388" y="1110"/>
                      <a:pt x="413" y="1042"/>
                    </a:cubicBezTo>
                    <a:cubicBezTo>
                      <a:pt x="746" y="1042"/>
                      <a:pt x="746" y="1042"/>
                      <a:pt x="746" y="1042"/>
                    </a:cubicBezTo>
                    <a:cubicBezTo>
                      <a:pt x="771" y="1110"/>
                      <a:pt x="834" y="1159"/>
                      <a:pt x="908" y="1159"/>
                    </a:cubicBezTo>
                    <a:cubicBezTo>
                      <a:pt x="1003" y="1159"/>
                      <a:pt x="1081" y="1078"/>
                      <a:pt x="1081" y="978"/>
                    </a:cubicBezTo>
                    <a:cubicBezTo>
                      <a:pt x="1081" y="727"/>
                      <a:pt x="1081" y="727"/>
                      <a:pt x="1081" y="727"/>
                    </a:cubicBezTo>
                    <a:cubicBezTo>
                      <a:pt x="1126" y="711"/>
                      <a:pt x="1159" y="668"/>
                      <a:pt x="1159" y="618"/>
                    </a:cubicBezTo>
                    <a:cubicBezTo>
                      <a:pt x="1159" y="425"/>
                      <a:pt x="1159" y="425"/>
                      <a:pt x="1159" y="425"/>
                    </a:cubicBezTo>
                    <a:cubicBezTo>
                      <a:pt x="1159" y="374"/>
                      <a:pt x="1126" y="332"/>
                      <a:pt x="1081" y="316"/>
                    </a:cubicBezTo>
                    <a:close/>
                    <a:moveTo>
                      <a:pt x="1081" y="618"/>
                    </a:moveTo>
                    <a:cubicBezTo>
                      <a:pt x="1081" y="639"/>
                      <a:pt x="1064" y="657"/>
                      <a:pt x="1043" y="657"/>
                    </a:cubicBezTo>
                    <a:cubicBezTo>
                      <a:pt x="1004" y="657"/>
                      <a:pt x="1004" y="657"/>
                      <a:pt x="1004" y="657"/>
                    </a:cubicBezTo>
                    <a:cubicBezTo>
                      <a:pt x="1004" y="978"/>
                      <a:pt x="1004" y="978"/>
                      <a:pt x="1004" y="978"/>
                    </a:cubicBezTo>
                    <a:cubicBezTo>
                      <a:pt x="1004" y="1035"/>
                      <a:pt x="961" y="1081"/>
                      <a:pt x="908" y="1081"/>
                    </a:cubicBezTo>
                    <a:cubicBezTo>
                      <a:pt x="855" y="1081"/>
                      <a:pt x="811" y="1035"/>
                      <a:pt x="811" y="978"/>
                    </a:cubicBezTo>
                    <a:cubicBezTo>
                      <a:pt x="811" y="965"/>
                      <a:pt x="811" y="965"/>
                      <a:pt x="811" y="965"/>
                    </a:cubicBezTo>
                    <a:cubicBezTo>
                      <a:pt x="347" y="965"/>
                      <a:pt x="347" y="965"/>
                      <a:pt x="347" y="965"/>
                    </a:cubicBezTo>
                    <a:cubicBezTo>
                      <a:pt x="347" y="978"/>
                      <a:pt x="347" y="978"/>
                      <a:pt x="347" y="978"/>
                    </a:cubicBezTo>
                    <a:cubicBezTo>
                      <a:pt x="347" y="1035"/>
                      <a:pt x="304" y="1081"/>
                      <a:pt x="251" y="1081"/>
                    </a:cubicBezTo>
                    <a:cubicBezTo>
                      <a:pt x="198" y="1081"/>
                      <a:pt x="155" y="1035"/>
                      <a:pt x="155" y="978"/>
                    </a:cubicBezTo>
                    <a:cubicBezTo>
                      <a:pt x="155" y="657"/>
                      <a:pt x="155" y="657"/>
                      <a:pt x="155" y="657"/>
                    </a:cubicBezTo>
                    <a:cubicBezTo>
                      <a:pt x="116" y="657"/>
                      <a:pt x="116" y="657"/>
                      <a:pt x="116" y="657"/>
                    </a:cubicBezTo>
                    <a:cubicBezTo>
                      <a:pt x="94" y="657"/>
                      <a:pt x="77" y="639"/>
                      <a:pt x="77" y="618"/>
                    </a:cubicBezTo>
                    <a:cubicBezTo>
                      <a:pt x="77" y="425"/>
                      <a:pt x="77" y="425"/>
                      <a:pt x="77" y="425"/>
                    </a:cubicBezTo>
                    <a:cubicBezTo>
                      <a:pt x="77" y="403"/>
                      <a:pt x="94" y="386"/>
                      <a:pt x="116" y="386"/>
                    </a:cubicBezTo>
                    <a:cubicBezTo>
                      <a:pt x="154" y="386"/>
                      <a:pt x="154" y="386"/>
                      <a:pt x="154" y="386"/>
                    </a:cubicBezTo>
                    <a:cubicBezTo>
                      <a:pt x="154" y="270"/>
                      <a:pt x="154" y="270"/>
                      <a:pt x="154" y="270"/>
                    </a:cubicBezTo>
                    <a:cubicBezTo>
                      <a:pt x="154" y="193"/>
                      <a:pt x="193" y="155"/>
                      <a:pt x="270" y="155"/>
                    </a:cubicBezTo>
                    <a:cubicBezTo>
                      <a:pt x="348" y="155"/>
                      <a:pt x="811" y="155"/>
                      <a:pt x="888" y="155"/>
                    </a:cubicBezTo>
                    <a:cubicBezTo>
                      <a:pt x="965" y="155"/>
                      <a:pt x="1004" y="193"/>
                      <a:pt x="1004" y="270"/>
                    </a:cubicBezTo>
                    <a:cubicBezTo>
                      <a:pt x="1004" y="386"/>
                      <a:pt x="1004" y="386"/>
                      <a:pt x="1004" y="386"/>
                    </a:cubicBezTo>
                    <a:cubicBezTo>
                      <a:pt x="1043" y="386"/>
                      <a:pt x="1043" y="386"/>
                      <a:pt x="1043" y="386"/>
                    </a:cubicBezTo>
                    <a:cubicBezTo>
                      <a:pt x="1064" y="386"/>
                      <a:pt x="1081" y="403"/>
                      <a:pt x="1081" y="425"/>
                    </a:cubicBezTo>
                    <a:lnTo>
                      <a:pt x="1081" y="61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25"/>
              <p:cNvSpPr>
                <a:spLocks noEditPoints="1"/>
              </p:cNvSpPr>
              <p:nvPr/>
            </p:nvSpPr>
            <p:spPr bwMode="auto">
              <a:xfrm>
                <a:off x="2287202" y="-975838"/>
                <a:ext cx="1241425" cy="588963"/>
              </a:xfrm>
              <a:custGeom>
                <a:avLst/>
                <a:gdLst>
                  <a:gd name="T0" fmla="*/ 638 w 734"/>
                  <a:gd name="T1" fmla="*/ 0 h 348"/>
                  <a:gd name="T2" fmla="*/ 97 w 734"/>
                  <a:gd name="T3" fmla="*/ 0 h 348"/>
                  <a:gd name="T4" fmla="*/ 0 w 734"/>
                  <a:gd name="T5" fmla="*/ 97 h 348"/>
                  <a:gd name="T6" fmla="*/ 0 w 734"/>
                  <a:gd name="T7" fmla="*/ 251 h 348"/>
                  <a:gd name="T8" fmla="*/ 97 w 734"/>
                  <a:gd name="T9" fmla="*/ 348 h 348"/>
                  <a:gd name="T10" fmla="*/ 638 w 734"/>
                  <a:gd name="T11" fmla="*/ 348 h 348"/>
                  <a:gd name="T12" fmla="*/ 734 w 734"/>
                  <a:gd name="T13" fmla="*/ 251 h 348"/>
                  <a:gd name="T14" fmla="*/ 734 w 734"/>
                  <a:gd name="T15" fmla="*/ 97 h 348"/>
                  <a:gd name="T16" fmla="*/ 638 w 734"/>
                  <a:gd name="T17" fmla="*/ 0 h 348"/>
                  <a:gd name="T18" fmla="*/ 696 w 734"/>
                  <a:gd name="T19" fmla="*/ 251 h 348"/>
                  <a:gd name="T20" fmla="*/ 638 w 734"/>
                  <a:gd name="T21" fmla="*/ 309 h 348"/>
                  <a:gd name="T22" fmla="*/ 97 w 734"/>
                  <a:gd name="T23" fmla="*/ 309 h 348"/>
                  <a:gd name="T24" fmla="*/ 39 w 734"/>
                  <a:gd name="T25" fmla="*/ 251 h 348"/>
                  <a:gd name="T26" fmla="*/ 39 w 734"/>
                  <a:gd name="T27" fmla="*/ 97 h 348"/>
                  <a:gd name="T28" fmla="*/ 97 w 734"/>
                  <a:gd name="T29" fmla="*/ 39 h 348"/>
                  <a:gd name="T30" fmla="*/ 638 w 734"/>
                  <a:gd name="T31" fmla="*/ 39 h 348"/>
                  <a:gd name="T32" fmla="*/ 696 w 734"/>
                  <a:gd name="T33" fmla="*/ 97 h 348"/>
                  <a:gd name="T34" fmla="*/ 696 w 734"/>
                  <a:gd name="T35" fmla="*/ 251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34" h="348">
                    <a:moveTo>
                      <a:pt x="638" y="0"/>
                    </a:moveTo>
                    <a:cubicBezTo>
                      <a:pt x="97" y="0"/>
                      <a:pt x="97" y="0"/>
                      <a:pt x="97" y="0"/>
                    </a:cubicBezTo>
                    <a:cubicBezTo>
                      <a:pt x="44" y="0"/>
                      <a:pt x="0" y="44"/>
                      <a:pt x="0" y="97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305"/>
                      <a:pt x="44" y="348"/>
                      <a:pt x="97" y="348"/>
                    </a:cubicBezTo>
                    <a:cubicBezTo>
                      <a:pt x="638" y="348"/>
                      <a:pt x="638" y="348"/>
                      <a:pt x="638" y="348"/>
                    </a:cubicBezTo>
                    <a:cubicBezTo>
                      <a:pt x="691" y="348"/>
                      <a:pt x="734" y="305"/>
                      <a:pt x="734" y="251"/>
                    </a:cubicBezTo>
                    <a:cubicBezTo>
                      <a:pt x="734" y="97"/>
                      <a:pt x="734" y="97"/>
                      <a:pt x="734" y="97"/>
                    </a:cubicBezTo>
                    <a:cubicBezTo>
                      <a:pt x="734" y="44"/>
                      <a:pt x="691" y="0"/>
                      <a:pt x="638" y="0"/>
                    </a:cubicBezTo>
                    <a:close/>
                    <a:moveTo>
                      <a:pt x="696" y="251"/>
                    </a:moveTo>
                    <a:cubicBezTo>
                      <a:pt x="696" y="283"/>
                      <a:pt x="670" y="309"/>
                      <a:pt x="638" y="309"/>
                    </a:cubicBezTo>
                    <a:cubicBezTo>
                      <a:pt x="97" y="309"/>
                      <a:pt x="97" y="309"/>
                      <a:pt x="97" y="309"/>
                    </a:cubicBezTo>
                    <a:cubicBezTo>
                      <a:pt x="65" y="309"/>
                      <a:pt x="39" y="283"/>
                      <a:pt x="39" y="251"/>
                    </a:cubicBezTo>
                    <a:cubicBezTo>
                      <a:pt x="39" y="97"/>
                      <a:pt x="39" y="97"/>
                      <a:pt x="39" y="97"/>
                    </a:cubicBezTo>
                    <a:cubicBezTo>
                      <a:pt x="39" y="65"/>
                      <a:pt x="65" y="39"/>
                      <a:pt x="97" y="39"/>
                    </a:cubicBezTo>
                    <a:cubicBezTo>
                      <a:pt x="638" y="39"/>
                      <a:pt x="638" y="39"/>
                      <a:pt x="638" y="39"/>
                    </a:cubicBezTo>
                    <a:cubicBezTo>
                      <a:pt x="670" y="39"/>
                      <a:pt x="696" y="65"/>
                      <a:pt x="696" y="97"/>
                    </a:cubicBezTo>
                    <a:lnTo>
                      <a:pt x="696" y="25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8" name="TextBox 98"/>
          <p:cNvSpPr txBox="1"/>
          <p:nvPr/>
        </p:nvSpPr>
        <p:spPr>
          <a:xfrm>
            <a:off x="5938905" y="2386549"/>
            <a:ext cx="2167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99"/>
          <p:cNvSpPr txBox="1"/>
          <p:nvPr/>
        </p:nvSpPr>
        <p:spPr>
          <a:xfrm>
            <a:off x="5937951" y="2686712"/>
            <a:ext cx="22445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>
                <a:latin typeface="Open Sans" panose="020B0606030504020204" charset="0"/>
                <a:ea typeface="Open Sans" panose="020B0606030504020204" charset="0"/>
                <a:sym typeface="Arial" panose="020B0604020202020204" pitchFamily="34" charset="0"/>
              </a:rPr>
              <a:t>Presentations are communication tools.</a:t>
            </a:r>
            <a:endParaRPr lang="zh-CN" altLang="en-US" dirty="0">
              <a:latin typeface="Open Sans" panose="020B0606030504020204" charset="0"/>
              <a:ea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0" name="TextBox 101"/>
          <p:cNvSpPr txBox="1"/>
          <p:nvPr/>
        </p:nvSpPr>
        <p:spPr>
          <a:xfrm>
            <a:off x="5938907" y="3504358"/>
            <a:ext cx="2174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TextBox 102"/>
          <p:cNvSpPr txBox="1"/>
          <p:nvPr/>
        </p:nvSpPr>
        <p:spPr>
          <a:xfrm>
            <a:off x="5943134" y="3804521"/>
            <a:ext cx="22445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>
                <a:latin typeface="Open Sans" panose="020B0606030504020204" charset="0"/>
                <a:ea typeface="Open Sans" panose="020B0606030504020204" charset="0"/>
                <a:sym typeface="Arial" panose="020B0604020202020204" pitchFamily="34" charset="0"/>
              </a:rPr>
              <a:t>Presentations are communication tools.</a:t>
            </a:r>
            <a:endParaRPr lang="zh-CN" altLang="en-US" dirty="0">
              <a:latin typeface="Open Sans" panose="020B0606030504020204" charset="0"/>
              <a:ea typeface="Open Sans" panose="020B0606030504020204" charset="0"/>
              <a:sym typeface="Arial" panose="020B0604020202020204" pitchFamily="3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473879" y="2393892"/>
            <a:ext cx="546143" cy="546143"/>
            <a:chOff x="3960763" y="2409297"/>
            <a:chExt cx="684000" cy="684000"/>
          </a:xfrm>
        </p:grpSpPr>
        <p:sp>
          <p:nvSpPr>
            <p:cNvPr id="23" name="Oval 104"/>
            <p:cNvSpPr/>
            <p:nvPr/>
          </p:nvSpPr>
          <p:spPr>
            <a:xfrm>
              <a:off x="3960763" y="2409297"/>
              <a:ext cx="684000" cy="6840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Freeform 10"/>
            <p:cNvSpPr>
              <a:spLocks noChangeAspect="1" noEditPoints="1"/>
            </p:cNvSpPr>
            <p:nvPr/>
          </p:nvSpPr>
          <p:spPr bwMode="auto">
            <a:xfrm>
              <a:off x="4091537" y="2569626"/>
              <a:ext cx="450926" cy="345479"/>
            </a:xfrm>
            <a:custGeom>
              <a:avLst/>
              <a:gdLst>
                <a:gd name="T0" fmla="*/ 633 w 718"/>
                <a:gd name="T1" fmla="*/ 0 h 549"/>
                <a:gd name="T2" fmla="*/ 549 w 718"/>
                <a:gd name="T3" fmla="*/ 84 h 549"/>
                <a:gd name="T4" fmla="*/ 578 w 718"/>
                <a:gd name="T5" fmla="*/ 148 h 549"/>
                <a:gd name="T6" fmla="*/ 475 w 718"/>
                <a:gd name="T7" fmla="*/ 302 h 549"/>
                <a:gd name="T8" fmla="*/ 443 w 718"/>
                <a:gd name="T9" fmla="*/ 296 h 549"/>
                <a:gd name="T10" fmla="*/ 369 w 718"/>
                <a:gd name="T11" fmla="*/ 340 h 549"/>
                <a:gd name="T12" fmla="*/ 310 w 718"/>
                <a:gd name="T13" fmla="*/ 305 h 549"/>
                <a:gd name="T14" fmla="*/ 316 w 718"/>
                <a:gd name="T15" fmla="*/ 275 h 549"/>
                <a:gd name="T16" fmla="*/ 232 w 718"/>
                <a:gd name="T17" fmla="*/ 190 h 549"/>
                <a:gd name="T18" fmla="*/ 147 w 718"/>
                <a:gd name="T19" fmla="*/ 275 h 549"/>
                <a:gd name="T20" fmla="*/ 176 w 718"/>
                <a:gd name="T21" fmla="*/ 338 h 549"/>
                <a:gd name="T22" fmla="*/ 133 w 718"/>
                <a:gd name="T23" fmla="*/ 396 h 549"/>
                <a:gd name="T24" fmla="*/ 84 w 718"/>
                <a:gd name="T25" fmla="*/ 380 h 549"/>
                <a:gd name="T26" fmla="*/ 0 w 718"/>
                <a:gd name="T27" fmla="*/ 465 h 549"/>
                <a:gd name="T28" fmla="*/ 84 w 718"/>
                <a:gd name="T29" fmla="*/ 549 h 549"/>
                <a:gd name="T30" fmla="*/ 168 w 718"/>
                <a:gd name="T31" fmla="*/ 465 h 549"/>
                <a:gd name="T32" fmla="*/ 148 w 718"/>
                <a:gd name="T33" fmla="*/ 411 h 549"/>
                <a:gd name="T34" fmla="*/ 194 w 718"/>
                <a:gd name="T35" fmla="*/ 350 h 549"/>
                <a:gd name="T36" fmla="*/ 232 w 718"/>
                <a:gd name="T37" fmla="*/ 359 h 549"/>
                <a:gd name="T38" fmla="*/ 300 w 718"/>
                <a:gd name="T39" fmla="*/ 324 h 549"/>
                <a:gd name="T40" fmla="*/ 361 w 718"/>
                <a:gd name="T41" fmla="*/ 360 h 549"/>
                <a:gd name="T42" fmla="*/ 359 w 718"/>
                <a:gd name="T43" fmla="*/ 380 h 549"/>
                <a:gd name="T44" fmla="*/ 443 w 718"/>
                <a:gd name="T45" fmla="*/ 465 h 549"/>
                <a:gd name="T46" fmla="*/ 528 w 718"/>
                <a:gd name="T47" fmla="*/ 380 h 549"/>
                <a:gd name="T48" fmla="*/ 494 w 718"/>
                <a:gd name="T49" fmla="*/ 313 h 549"/>
                <a:gd name="T50" fmla="*/ 596 w 718"/>
                <a:gd name="T51" fmla="*/ 160 h 549"/>
                <a:gd name="T52" fmla="*/ 633 w 718"/>
                <a:gd name="T53" fmla="*/ 169 h 549"/>
                <a:gd name="T54" fmla="*/ 718 w 718"/>
                <a:gd name="T55" fmla="*/ 84 h 549"/>
                <a:gd name="T56" fmla="*/ 633 w 718"/>
                <a:gd name="T57" fmla="*/ 0 h 549"/>
                <a:gd name="T58" fmla="*/ 84 w 718"/>
                <a:gd name="T59" fmla="*/ 507 h 549"/>
                <a:gd name="T60" fmla="*/ 42 w 718"/>
                <a:gd name="T61" fmla="*/ 465 h 549"/>
                <a:gd name="T62" fmla="*/ 84 w 718"/>
                <a:gd name="T63" fmla="*/ 422 h 549"/>
                <a:gd name="T64" fmla="*/ 126 w 718"/>
                <a:gd name="T65" fmla="*/ 465 h 549"/>
                <a:gd name="T66" fmla="*/ 84 w 718"/>
                <a:gd name="T67" fmla="*/ 507 h 549"/>
                <a:gd name="T68" fmla="*/ 232 w 718"/>
                <a:gd name="T69" fmla="*/ 317 h 549"/>
                <a:gd name="T70" fmla="*/ 190 w 718"/>
                <a:gd name="T71" fmla="*/ 275 h 549"/>
                <a:gd name="T72" fmla="*/ 232 w 718"/>
                <a:gd name="T73" fmla="*/ 233 h 549"/>
                <a:gd name="T74" fmla="*/ 274 w 718"/>
                <a:gd name="T75" fmla="*/ 275 h 549"/>
                <a:gd name="T76" fmla="*/ 232 w 718"/>
                <a:gd name="T77" fmla="*/ 317 h 549"/>
                <a:gd name="T78" fmla="*/ 443 w 718"/>
                <a:gd name="T79" fmla="*/ 422 h 549"/>
                <a:gd name="T80" fmla="*/ 401 w 718"/>
                <a:gd name="T81" fmla="*/ 380 h 549"/>
                <a:gd name="T82" fmla="*/ 443 w 718"/>
                <a:gd name="T83" fmla="*/ 338 h 549"/>
                <a:gd name="T84" fmla="*/ 486 w 718"/>
                <a:gd name="T85" fmla="*/ 380 h 549"/>
                <a:gd name="T86" fmla="*/ 443 w 718"/>
                <a:gd name="T87" fmla="*/ 422 h 549"/>
                <a:gd name="T88" fmla="*/ 633 w 718"/>
                <a:gd name="T89" fmla="*/ 127 h 549"/>
                <a:gd name="T90" fmla="*/ 591 w 718"/>
                <a:gd name="T91" fmla="*/ 84 h 549"/>
                <a:gd name="T92" fmla="*/ 633 w 718"/>
                <a:gd name="T93" fmla="*/ 42 h 549"/>
                <a:gd name="T94" fmla="*/ 675 w 718"/>
                <a:gd name="T95" fmla="*/ 84 h 549"/>
                <a:gd name="T96" fmla="*/ 633 w 718"/>
                <a:gd name="T97" fmla="*/ 127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549">
                  <a:moveTo>
                    <a:pt x="633" y="0"/>
                  </a:moveTo>
                  <a:cubicBezTo>
                    <a:pt x="587" y="0"/>
                    <a:pt x="549" y="38"/>
                    <a:pt x="549" y="84"/>
                  </a:cubicBezTo>
                  <a:cubicBezTo>
                    <a:pt x="549" y="110"/>
                    <a:pt x="561" y="132"/>
                    <a:pt x="578" y="148"/>
                  </a:cubicBezTo>
                  <a:cubicBezTo>
                    <a:pt x="475" y="302"/>
                    <a:pt x="475" y="302"/>
                    <a:pt x="475" y="302"/>
                  </a:cubicBezTo>
                  <a:cubicBezTo>
                    <a:pt x="466" y="298"/>
                    <a:pt x="455" y="296"/>
                    <a:pt x="443" y="296"/>
                  </a:cubicBezTo>
                  <a:cubicBezTo>
                    <a:pt x="411" y="296"/>
                    <a:pt x="383" y="314"/>
                    <a:pt x="369" y="340"/>
                  </a:cubicBezTo>
                  <a:cubicBezTo>
                    <a:pt x="310" y="305"/>
                    <a:pt x="310" y="305"/>
                    <a:pt x="310" y="305"/>
                  </a:cubicBezTo>
                  <a:cubicBezTo>
                    <a:pt x="314" y="296"/>
                    <a:pt x="316" y="285"/>
                    <a:pt x="316" y="275"/>
                  </a:cubicBezTo>
                  <a:cubicBezTo>
                    <a:pt x="316" y="228"/>
                    <a:pt x="278" y="190"/>
                    <a:pt x="232" y="190"/>
                  </a:cubicBezTo>
                  <a:cubicBezTo>
                    <a:pt x="185" y="190"/>
                    <a:pt x="147" y="228"/>
                    <a:pt x="147" y="275"/>
                  </a:cubicBezTo>
                  <a:cubicBezTo>
                    <a:pt x="147" y="300"/>
                    <a:pt x="159" y="322"/>
                    <a:pt x="176" y="338"/>
                  </a:cubicBezTo>
                  <a:cubicBezTo>
                    <a:pt x="133" y="396"/>
                    <a:pt x="133" y="396"/>
                    <a:pt x="133" y="396"/>
                  </a:cubicBezTo>
                  <a:cubicBezTo>
                    <a:pt x="119" y="386"/>
                    <a:pt x="102" y="380"/>
                    <a:pt x="84" y="380"/>
                  </a:cubicBezTo>
                  <a:cubicBezTo>
                    <a:pt x="38" y="380"/>
                    <a:pt x="0" y="418"/>
                    <a:pt x="0" y="465"/>
                  </a:cubicBezTo>
                  <a:cubicBezTo>
                    <a:pt x="0" y="511"/>
                    <a:pt x="38" y="549"/>
                    <a:pt x="84" y="549"/>
                  </a:cubicBezTo>
                  <a:cubicBezTo>
                    <a:pt x="130" y="549"/>
                    <a:pt x="168" y="511"/>
                    <a:pt x="168" y="465"/>
                  </a:cubicBezTo>
                  <a:cubicBezTo>
                    <a:pt x="168" y="444"/>
                    <a:pt x="160" y="425"/>
                    <a:pt x="148" y="411"/>
                  </a:cubicBezTo>
                  <a:cubicBezTo>
                    <a:pt x="194" y="350"/>
                    <a:pt x="194" y="350"/>
                    <a:pt x="194" y="350"/>
                  </a:cubicBezTo>
                  <a:cubicBezTo>
                    <a:pt x="205" y="355"/>
                    <a:pt x="218" y="359"/>
                    <a:pt x="232" y="359"/>
                  </a:cubicBezTo>
                  <a:cubicBezTo>
                    <a:pt x="260" y="359"/>
                    <a:pt x="285" y="345"/>
                    <a:pt x="300" y="324"/>
                  </a:cubicBezTo>
                  <a:cubicBezTo>
                    <a:pt x="361" y="360"/>
                    <a:pt x="361" y="360"/>
                    <a:pt x="361" y="360"/>
                  </a:cubicBezTo>
                  <a:cubicBezTo>
                    <a:pt x="360" y="367"/>
                    <a:pt x="359" y="373"/>
                    <a:pt x="359" y="380"/>
                  </a:cubicBezTo>
                  <a:cubicBezTo>
                    <a:pt x="359" y="427"/>
                    <a:pt x="397" y="465"/>
                    <a:pt x="443" y="465"/>
                  </a:cubicBezTo>
                  <a:cubicBezTo>
                    <a:pt x="490" y="465"/>
                    <a:pt x="528" y="427"/>
                    <a:pt x="528" y="380"/>
                  </a:cubicBezTo>
                  <a:cubicBezTo>
                    <a:pt x="528" y="352"/>
                    <a:pt x="514" y="328"/>
                    <a:pt x="494" y="313"/>
                  </a:cubicBezTo>
                  <a:cubicBezTo>
                    <a:pt x="596" y="160"/>
                    <a:pt x="596" y="160"/>
                    <a:pt x="596" y="160"/>
                  </a:cubicBezTo>
                  <a:cubicBezTo>
                    <a:pt x="607" y="165"/>
                    <a:pt x="620" y="169"/>
                    <a:pt x="633" y="169"/>
                  </a:cubicBezTo>
                  <a:cubicBezTo>
                    <a:pt x="680" y="169"/>
                    <a:pt x="718" y="131"/>
                    <a:pt x="718" y="84"/>
                  </a:cubicBezTo>
                  <a:cubicBezTo>
                    <a:pt x="718" y="38"/>
                    <a:pt x="680" y="0"/>
                    <a:pt x="633" y="0"/>
                  </a:cubicBezTo>
                  <a:close/>
                  <a:moveTo>
                    <a:pt x="84" y="507"/>
                  </a:moveTo>
                  <a:cubicBezTo>
                    <a:pt x="61" y="507"/>
                    <a:pt x="42" y="488"/>
                    <a:pt x="42" y="465"/>
                  </a:cubicBezTo>
                  <a:cubicBezTo>
                    <a:pt x="42" y="441"/>
                    <a:pt x="61" y="422"/>
                    <a:pt x="84" y="422"/>
                  </a:cubicBezTo>
                  <a:cubicBezTo>
                    <a:pt x="107" y="422"/>
                    <a:pt x="126" y="441"/>
                    <a:pt x="126" y="465"/>
                  </a:cubicBezTo>
                  <a:cubicBezTo>
                    <a:pt x="126" y="488"/>
                    <a:pt x="107" y="507"/>
                    <a:pt x="84" y="507"/>
                  </a:cubicBezTo>
                  <a:close/>
                  <a:moveTo>
                    <a:pt x="232" y="317"/>
                  </a:moveTo>
                  <a:cubicBezTo>
                    <a:pt x="209" y="317"/>
                    <a:pt x="190" y="298"/>
                    <a:pt x="190" y="275"/>
                  </a:cubicBezTo>
                  <a:cubicBezTo>
                    <a:pt x="190" y="251"/>
                    <a:pt x="209" y="233"/>
                    <a:pt x="232" y="233"/>
                  </a:cubicBezTo>
                  <a:cubicBezTo>
                    <a:pt x="255" y="233"/>
                    <a:pt x="274" y="251"/>
                    <a:pt x="274" y="275"/>
                  </a:cubicBezTo>
                  <a:cubicBezTo>
                    <a:pt x="274" y="298"/>
                    <a:pt x="255" y="317"/>
                    <a:pt x="232" y="317"/>
                  </a:cubicBezTo>
                  <a:close/>
                  <a:moveTo>
                    <a:pt x="443" y="422"/>
                  </a:moveTo>
                  <a:cubicBezTo>
                    <a:pt x="420" y="422"/>
                    <a:pt x="401" y="403"/>
                    <a:pt x="401" y="380"/>
                  </a:cubicBezTo>
                  <a:cubicBezTo>
                    <a:pt x="401" y="357"/>
                    <a:pt x="420" y="338"/>
                    <a:pt x="443" y="338"/>
                  </a:cubicBezTo>
                  <a:cubicBezTo>
                    <a:pt x="467" y="338"/>
                    <a:pt x="486" y="357"/>
                    <a:pt x="486" y="380"/>
                  </a:cubicBezTo>
                  <a:cubicBezTo>
                    <a:pt x="486" y="403"/>
                    <a:pt x="467" y="422"/>
                    <a:pt x="443" y="422"/>
                  </a:cubicBezTo>
                  <a:close/>
                  <a:moveTo>
                    <a:pt x="633" y="127"/>
                  </a:moveTo>
                  <a:cubicBezTo>
                    <a:pt x="610" y="127"/>
                    <a:pt x="591" y="108"/>
                    <a:pt x="591" y="84"/>
                  </a:cubicBezTo>
                  <a:cubicBezTo>
                    <a:pt x="591" y="61"/>
                    <a:pt x="610" y="42"/>
                    <a:pt x="633" y="42"/>
                  </a:cubicBezTo>
                  <a:cubicBezTo>
                    <a:pt x="657" y="42"/>
                    <a:pt x="675" y="61"/>
                    <a:pt x="675" y="84"/>
                  </a:cubicBezTo>
                  <a:cubicBezTo>
                    <a:pt x="675" y="108"/>
                    <a:pt x="657" y="127"/>
                    <a:pt x="633" y="1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6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473879" y="3502196"/>
            <a:ext cx="546143" cy="546143"/>
            <a:chOff x="3960763" y="3390601"/>
            <a:chExt cx="684000" cy="684000"/>
          </a:xfrm>
        </p:grpSpPr>
        <p:sp>
          <p:nvSpPr>
            <p:cNvPr id="26" name="Oval 107"/>
            <p:cNvSpPr/>
            <p:nvPr/>
          </p:nvSpPr>
          <p:spPr>
            <a:xfrm>
              <a:off x="3960763" y="3390601"/>
              <a:ext cx="684000" cy="6840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7" name="Group 108"/>
            <p:cNvGrpSpPr>
              <a:grpSpLocks noChangeAspect="1"/>
            </p:cNvGrpSpPr>
            <p:nvPr/>
          </p:nvGrpSpPr>
          <p:grpSpPr>
            <a:xfrm>
              <a:off x="4090091" y="3572496"/>
              <a:ext cx="417293" cy="333927"/>
              <a:chOff x="6069013" y="-1522413"/>
              <a:chExt cx="4465637" cy="3573463"/>
            </a:xfrm>
            <a:solidFill>
              <a:schemeClr val="accent1"/>
            </a:solidFill>
          </p:grpSpPr>
          <p:sp>
            <p:nvSpPr>
              <p:cNvPr id="28" name="Freeform 14"/>
              <p:cNvSpPr/>
              <p:nvPr/>
            </p:nvSpPr>
            <p:spPr bwMode="auto">
              <a:xfrm>
                <a:off x="6069013" y="-1522413"/>
                <a:ext cx="4465637" cy="2979738"/>
              </a:xfrm>
              <a:custGeom>
                <a:avLst/>
                <a:gdLst>
                  <a:gd name="T0" fmla="*/ 869 w 1188"/>
                  <a:gd name="T1" fmla="*/ 792 h 792"/>
                  <a:gd name="T2" fmla="*/ 830 w 1188"/>
                  <a:gd name="T3" fmla="*/ 753 h 792"/>
                  <a:gd name="T4" fmla="*/ 869 w 1188"/>
                  <a:gd name="T5" fmla="*/ 713 h 792"/>
                  <a:gd name="T6" fmla="*/ 949 w 1188"/>
                  <a:gd name="T7" fmla="*/ 713 h 792"/>
                  <a:gd name="T8" fmla="*/ 953 w 1188"/>
                  <a:gd name="T9" fmla="*/ 713 h 792"/>
                  <a:gd name="T10" fmla="*/ 955 w 1188"/>
                  <a:gd name="T11" fmla="*/ 713 h 792"/>
                  <a:gd name="T12" fmla="*/ 1109 w 1188"/>
                  <a:gd name="T13" fmla="*/ 555 h 792"/>
                  <a:gd name="T14" fmla="*/ 951 w 1188"/>
                  <a:gd name="T15" fmla="*/ 396 h 792"/>
                  <a:gd name="T16" fmla="*/ 915 w 1188"/>
                  <a:gd name="T17" fmla="*/ 401 h 792"/>
                  <a:gd name="T18" fmla="*/ 879 w 1188"/>
                  <a:gd name="T19" fmla="*/ 391 h 792"/>
                  <a:gd name="T20" fmla="*/ 867 w 1188"/>
                  <a:gd name="T21" fmla="*/ 356 h 792"/>
                  <a:gd name="T22" fmla="*/ 871 w 1188"/>
                  <a:gd name="T23" fmla="*/ 317 h 792"/>
                  <a:gd name="T24" fmla="*/ 634 w 1188"/>
                  <a:gd name="T25" fmla="*/ 79 h 792"/>
                  <a:gd name="T26" fmla="*/ 398 w 1188"/>
                  <a:gd name="T27" fmla="*/ 296 h 792"/>
                  <a:gd name="T28" fmla="*/ 380 w 1188"/>
                  <a:gd name="T29" fmla="*/ 326 h 792"/>
                  <a:gd name="T30" fmla="*/ 345 w 1188"/>
                  <a:gd name="T31" fmla="*/ 330 h 792"/>
                  <a:gd name="T32" fmla="*/ 277 w 1188"/>
                  <a:gd name="T33" fmla="*/ 317 h 792"/>
                  <a:gd name="T34" fmla="*/ 79 w 1188"/>
                  <a:gd name="T35" fmla="*/ 515 h 792"/>
                  <a:gd name="T36" fmla="*/ 272 w 1188"/>
                  <a:gd name="T37" fmla="*/ 713 h 792"/>
                  <a:gd name="T38" fmla="*/ 275 w 1188"/>
                  <a:gd name="T39" fmla="*/ 713 h 792"/>
                  <a:gd name="T40" fmla="*/ 295 w 1188"/>
                  <a:gd name="T41" fmla="*/ 713 h 792"/>
                  <a:gd name="T42" fmla="*/ 358 w 1188"/>
                  <a:gd name="T43" fmla="*/ 713 h 792"/>
                  <a:gd name="T44" fmla="*/ 398 w 1188"/>
                  <a:gd name="T45" fmla="*/ 753 h 792"/>
                  <a:gd name="T46" fmla="*/ 358 w 1188"/>
                  <a:gd name="T47" fmla="*/ 792 h 792"/>
                  <a:gd name="T48" fmla="*/ 282 w 1188"/>
                  <a:gd name="T49" fmla="*/ 792 h 792"/>
                  <a:gd name="T50" fmla="*/ 277 w 1188"/>
                  <a:gd name="T51" fmla="*/ 792 h 792"/>
                  <a:gd name="T52" fmla="*/ 0 w 1188"/>
                  <a:gd name="T53" fmla="*/ 515 h 792"/>
                  <a:gd name="T54" fmla="*/ 277 w 1188"/>
                  <a:gd name="T55" fmla="*/ 238 h 792"/>
                  <a:gd name="T56" fmla="*/ 327 w 1188"/>
                  <a:gd name="T57" fmla="*/ 242 h 792"/>
                  <a:gd name="T58" fmla="*/ 634 w 1188"/>
                  <a:gd name="T59" fmla="*/ 0 h 792"/>
                  <a:gd name="T60" fmla="*/ 950 w 1188"/>
                  <a:gd name="T61" fmla="*/ 317 h 792"/>
                  <a:gd name="T62" fmla="*/ 950 w 1188"/>
                  <a:gd name="T63" fmla="*/ 317 h 792"/>
                  <a:gd name="T64" fmla="*/ 951 w 1188"/>
                  <a:gd name="T65" fmla="*/ 317 h 792"/>
                  <a:gd name="T66" fmla="*/ 1188 w 1188"/>
                  <a:gd name="T67" fmla="*/ 555 h 792"/>
                  <a:gd name="T68" fmla="*/ 951 w 1188"/>
                  <a:gd name="T69" fmla="*/ 792 h 792"/>
                  <a:gd name="T70" fmla="*/ 946 w 1188"/>
                  <a:gd name="T71" fmla="*/ 792 h 792"/>
                  <a:gd name="T72" fmla="*/ 869 w 1188"/>
                  <a:gd name="T73" fmla="*/ 792 h 7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188" h="792">
                    <a:moveTo>
                      <a:pt x="869" y="792"/>
                    </a:moveTo>
                    <a:cubicBezTo>
                      <a:pt x="847" y="792"/>
                      <a:pt x="830" y="775"/>
                      <a:pt x="830" y="753"/>
                    </a:cubicBezTo>
                    <a:cubicBezTo>
                      <a:pt x="830" y="731"/>
                      <a:pt x="847" y="713"/>
                      <a:pt x="869" y="713"/>
                    </a:cubicBezTo>
                    <a:cubicBezTo>
                      <a:pt x="949" y="713"/>
                      <a:pt x="949" y="713"/>
                      <a:pt x="949" y="713"/>
                    </a:cubicBezTo>
                    <a:cubicBezTo>
                      <a:pt x="950" y="713"/>
                      <a:pt x="952" y="713"/>
                      <a:pt x="953" y="713"/>
                    </a:cubicBezTo>
                    <a:cubicBezTo>
                      <a:pt x="954" y="713"/>
                      <a:pt x="955" y="713"/>
                      <a:pt x="955" y="713"/>
                    </a:cubicBezTo>
                    <a:cubicBezTo>
                      <a:pt x="1041" y="710"/>
                      <a:pt x="1109" y="640"/>
                      <a:pt x="1109" y="555"/>
                    </a:cubicBezTo>
                    <a:cubicBezTo>
                      <a:pt x="1109" y="467"/>
                      <a:pt x="1038" y="396"/>
                      <a:pt x="951" y="396"/>
                    </a:cubicBezTo>
                    <a:cubicBezTo>
                      <a:pt x="940" y="396"/>
                      <a:pt x="928" y="398"/>
                      <a:pt x="915" y="401"/>
                    </a:cubicBezTo>
                    <a:cubicBezTo>
                      <a:pt x="902" y="404"/>
                      <a:pt x="889" y="400"/>
                      <a:pt x="879" y="391"/>
                    </a:cubicBezTo>
                    <a:cubicBezTo>
                      <a:pt x="870" y="382"/>
                      <a:pt x="865" y="369"/>
                      <a:pt x="867" y="356"/>
                    </a:cubicBezTo>
                    <a:cubicBezTo>
                      <a:pt x="869" y="343"/>
                      <a:pt x="871" y="330"/>
                      <a:pt x="871" y="317"/>
                    </a:cubicBezTo>
                    <a:cubicBezTo>
                      <a:pt x="871" y="186"/>
                      <a:pt x="765" y="79"/>
                      <a:pt x="634" y="79"/>
                    </a:cubicBezTo>
                    <a:cubicBezTo>
                      <a:pt x="510" y="79"/>
                      <a:pt x="409" y="172"/>
                      <a:pt x="398" y="296"/>
                    </a:cubicBezTo>
                    <a:cubicBezTo>
                      <a:pt x="397" y="308"/>
                      <a:pt x="390" y="319"/>
                      <a:pt x="380" y="326"/>
                    </a:cubicBezTo>
                    <a:cubicBezTo>
                      <a:pt x="370" y="332"/>
                      <a:pt x="357" y="334"/>
                      <a:pt x="345" y="330"/>
                    </a:cubicBezTo>
                    <a:cubicBezTo>
                      <a:pt x="322" y="321"/>
                      <a:pt x="300" y="317"/>
                      <a:pt x="277" y="317"/>
                    </a:cubicBezTo>
                    <a:cubicBezTo>
                      <a:pt x="168" y="317"/>
                      <a:pt x="79" y="406"/>
                      <a:pt x="79" y="515"/>
                    </a:cubicBezTo>
                    <a:cubicBezTo>
                      <a:pt x="79" y="623"/>
                      <a:pt x="165" y="710"/>
                      <a:pt x="272" y="713"/>
                    </a:cubicBezTo>
                    <a:cubicBezTo>
                      <a:pt x="273" y="713"/>
                      <a:pt x="274" y="713"/>
                      <a:pt x="275" y="713"/>
                    </a:cubicBezTo>
                    <a:cubicBezTo>
                      <a:pt x="295" y="713"/>
                      <a:pt x="295" y="713"/>
                      <a:pt x="295" y="713"/>
                    </a:cubicBezTo>
                    <a:cubicBezTo>
                      <a:pt x="358" y="713"/>
                      <a:pt x="358" y="713"/>
                      <a:pt x="358" y="713"/>
                    </a:cubicBezTo>
                    <a:cubicBezTo>
                      <a:pt x="380" y="713"/>
                      <a:pt x="398" y="731"/>
                      <a:pt x="398" y="753"/>
                    </a:cubicBezTo>
                    <a:cubicBezTo>
                      <a:pt x="398" y="775"/>
                      <a:pt x="380" y="792"/>
                      <a:pt x="358" y="792"/>
                    </a:cubicBezTo>
                    <a:cubicBezTo>
                      <a:pt x="282" y="792"/>
                      <a:pt x="282" y="792"/>
                      <a:pt x="282" y="792"/>
                    </a:cubicBezTo>
                    <a:cubicBezTo>
                      <a:pt x="281" y="792"/>
                      <a:pt x="279" y="792"/>
                      <a:pt x="277" y="792"/>
                    </a:cubicBezTo>
                    <a:cubicBezTo>
                      <a:pt x="124" y="792"/>
                      <a:pt x="0" y="668"/>
                      <a:pt x="0" y="515"/>
                    </a:cubicBezTo>
                    <a:cubicBezTo>
                      <a:pt x="0" y="362"/>
                      <a:pt x="124" y="238"/>
                      <a:pt x="277" y="238"/>
                    </a:cubicBezTo>
                    <a:cubicBezTo>
                      <a:pt x="294" y="238"/>
                      <a:pt x="310" y="239"/>
                      <a:pt x="327" y="242"/>
                    </a:cubicBezTo>
                    <a:cubicBezTo>
                      <a:pt x="360" y="101"/>
                      <a:pt x="485" y="0"/>
                      <a:pt x="634" y="0"/>
                    </a:cubicBezTo>
                    <a:cubicBezTo>
                      <a:pt x="808" y="0"/>
                      <a:pt x="950" y="142"/>
                      <a:pt x="950" y="317"/>
                    </a:cubicBezTo>
                    <a:cubicBezTo>
                      <a:pt x="950" y="317"/>
                      <a:pt x="950" y="317"/>
                      <a:pt x="950" y="317"/>
                    </a:cubicBezTo>
                    <a:cubicBezTo>
                      <a:pt x="951" y="317"/>
                      <a:pt x="951" y="317"/>
                      <a:pt x="951" y="317"/>
                    </a:cubicBezTo>
                    <a:cubicBezTo>
                      <a:pt x="1082" y="317"/>
                      <a:pt x="1188" y="424"/>
                      <a:pt x="1188" y="555"/>
                    </a:cubicBezTo>
                    <a:cubicBezTo>
                      <a:pt x="1188" y="686"/>
                      <a:pt x="1082" y="792"/>
                      <a:pt x="951" y="792"/>
                    </a:cubicBezTo>
                    <a:cubicBezTo>
                      <a:pt x="949" y="792"/>
                      <a:pt x="947" y="792"/>
                      <a:pt x="946" y="792"/>
                    </a:cubicBezTo>
                    <a:lnTo>
                      <a:pt x="869" y="79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7707313" y="-479425"/>
                <a:ext cx="1484312" cy="2530475"/>
              </a:xfrm>
              <a:custGeom>
                <a:avLst/>
                <a:gdLst>
                  <a:gd name="T0" fmla="*/ 935 w 935"/>
                  <a:gd name="T1" fmla="*/ 656 h 1594"/>
                  <a:gd name="T2" fmla="*/ 561 w 935"/>
                  <a:gd name="T3" fmla="*/ 656 h 1594"/>
                  <a:gd name="T4" fmla="*/ 561 w 935"/>
                  <a:gd name="T5" fmla="*/ 0 h 1594"/>
                  <a:gd name="T6" fmla="*/ 0 w 935"/>
                  <a:gd name="T7" fmla="*/ 940 h 1594"/>
                  <a:gd name="T8" fmla="*/ 374 w 935"/>
                  <a:gd name="T9" fmla="*/ 940 h 1594"/>
                  <a:gd name="T10" fmla="*/ 374 w 935"/>
                  <a:gd name="T11" fmla="*/ 1594 h 1594"/>
                  <a:gd name="T12" fmla="*/ 935 w 935"/>
                  <a:gd name="T13" fmla="*/ 656 h 1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5" h="1594">
                    <a:moveTo>
                      <a:pt x="935" y="656"/>
                    </a:moveTo>
                    <a:lnTo>
                      <a:pt x="561" y="656"/>
                    </a:lnTo>
                    <a:lnTo>
                      <a:pt x="561" y="0"/>
                    </a:lnTo>
                    <a:lnTo>
                      <a:pt x="0" y="940"/>
                    </a:lnTo>
                    <a:lnTo>
                      <a:pt x="374" y="940"/>
                    </a:lnTo>
                    <a:lnTo>
                      <a:pt x="374" y="1594"/>
                    </a:lnTo>
                    <a:lnTo>
                      <a:pt x="935" y="6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6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0" name="TextBox 112"/>
          <p:cNvSpPr txBox="1"/>
          <p:nvPr/>
        </p:nvSpPr>
        <p:spPr>
          <a:xfrm>
            <a:off x="9117965" y="2387600"/>
            <a:ext cx="2282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TextBox 113"/>
          <p:cNvSpPr txBox="1"/>
          <p:nvPr/>
        </p:nvSpPr>
        <p:spPr>
          <a:xfrm>
            <a:off x="9125259" y="2687561"/>
            <a:ext cx="21820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>
                <a:latin typeface="Open Sans" panose="020B0606030504020204" charset="0"/>
                <a:ea typeface="Open Sans" panose="020B0606030504020204" charset="0"/>
                <a:sym typeface="Arial" panose="020B0604020202020204" pitchFamily="34" charset="0"/>
              </a:rPr>
              <a:t>Presentations are communication tools.</a:t>
            </a:r>
            <a:endParaRPr lang="zh-CN" altLang="en-US" dirty="0">
              <a:latin typeface="Open Sans" panose="020B0606030504020204" charset="0"/>
              <a:ea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33" name="TextBox 115"/>
          <p:cNvSpPr txBox="1"/>
          <p:nvPr/>
        </p:nvSpPr>
        <p:spPr>
          <a:xfrm>
            <a:off x="9126220" y="3510915"/>
            <a:ext cx="2353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TextBox 116"/>
          <p:cNvSpPr txBox="1"/>
          <p:nvPr/>
        </p:nvSpPr>
        <p:spPr>
          <a:xfrm>
            <a:off x="9125275" y="3811222"/>
            <a:ext cx="21820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>
                <a:latin typeface="Open Sans" panose="020B0606030504020204" charset="0"/>
                <a:ea typeface="Open Sans" panose="020B0606030504020204" charset="0"/>
                <a:sym typeface="Arial" panose="020B0604020202020204" pitchFamily="34" charset="0"/>
              </a:rPr>
              <a:t>Presentations are communication tools.</a:t>
            </a:r>
            <a:endParaRPr lang="zh-CN" altLang="en-US" dirty="0">
              <a:latin typeface="Open Sans" panose="020B0606030504020204" charset="0"/>
              <a:ea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35" name="TextBox 117"/>
          <p:cNvSpPr txBox="1"/>
          <p:nvPr/>
        </p:nvSpPr>
        <p:spPr>
          <a:xfrm>
            <a:off x="5160420" y="4526836"/>
            <a:ext cx="60897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dirty="0">
                <a:latin typeface="Open Sans" panose="020B0606030504020204" charset="0"/>
                <a:ea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id-ID" altLang="zh-CN" dirty="0">
              <a:latin typeface="Open Sans" panose="020B0606030504020204" charset="0"/>
              <a:ea typeface="Open Sans" panose="020B0606030504020204" charset="0"/>
              <a:sym typeface="Arial" panose="020B0604020202020204" pitchFamily="34" charset="0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34100" y="1617415"/>
            <a:ext cx="4029590" cy="4030629"/>
            <a:chOff x="591478" y="1761201"/>
            <a:chExt cx="4762530" cy="4763758"/>
          </a:xfrm>
        </p:grpSpPr>
        <p:sp>
          <p:nvSpPr>
            <p:cNvPr id="37" name="Shape;4566;p519"/>
            <p:cNvSpPr/>
            <p:nvPr/>
          </p:nvSpPr>
          <p:spPr>
            <a:xfrm>
              <a:off x="2972743" y="2389079"/>
              <a:ext cx="2381265" cy="2382494"/>
            </a:xfrm>
            <a:custGeom>
              <a:avLst/>
              <a:gdLst/>
              <a:ahLst/>
              <a:cxnLst/>
              <a:rect l="l" t="t" r="r" b="b"/>
              <a:pathLst>
                <a:path w="819" h="819" extrusionOk="0">
                  <a:moveTo>
                    <a:pt x="183" y="603"/>
                  </a:moveTo>
                  <a:cubicBezTo>
                    <a:pt x="249" y="603"/>
                    <a:pt x="265" y="619"/>
                    <a:pt x="256" y="638"/>
                  </a:cubicBezTo>
                  <a:cubicBezTo>
                    <a:pt x="239" y="675"/>
                    <a:pt x="210" y="680"/>
                    <a:pt x="218" y="731"/>
                  </a:cubicBezTo>
                  <a:cubicBezTo>
                    <a:pt x="231" y="819"/>
                    <a:pt x="372" y="819"/>
                    <a:pt x="386" y="731"/>
                  </a:cubicBezTo>
                  <a:cubicBezTo>
                    <a:pt x="394" y="680"/>
                    <a:pt x="364" y="675"/>
                    <a:pt x="347" y="638"/>
                  </a:cubicBezTo>
                  <a:cubicBezTo>
                    <a:pt x="339" y="619"/>
                    <a:pt x="354" y="603"/>
                    <a:pt x="420" y="603"/>
                  </a:cubicBezTo>
                  <a:cubicBezTo>
                    <a:pt x="603" y="603"/>
                    <a:pt x="603" y="603"/>
                    <a:pt x="603" y="603"/>
                  </a:cubicBezTo>
                  <a:cubicBezTo>
                    <a:pt x="603" y="420"/>
                    <a:pt x="603" y="420"/>
                    <a:pt x="603" y="420"/>
                  </a:cubicBezTo>
                  <a:cubicBezTo>
                    <a:pt x="603" y="354"/>
                    <a:pt x="619" y="338"/>
                    <a:pt x="639" y="347"/>
                  </a:cubicBezTo>
                  <a:cubicBezTo>
                    <a:pt x="675" y="364"/>
                    <a:pt x="680" y="394"/>
                    <a:pt x="731" y="385"/>
                  </a:cubicBezTo>
                  <a:cubicBezTo>
                    <a:pt x="819" y="372"/>
                    <a:pt x="819" y="231"/>
                    <a:pt x="731" y="217"/>
                  </a:cubicBezTo>
                  <a:cubicBezTo>
                    <a:pt x="680" y="209"/>
                    <a:pt x="675" y="239"/>
                    <a:pt x="639" y="256"/>
                  </a:cubicBezTo>
                  <a:cubicBezTo>
                    <a:pt x="619" y="264"/>
                    <a:pt x="603" y="249"/>
                    <a:pt x="603" y="183"/>
                  </a:cubicBezTo>
                  <a:cubicBezTo>
                    <a:pt x="603" y="0"/>
                    <a:pt x="603" y="0"/>
                    <a:pt x="603" y="0"/>
                  </a:cubicBezTo>
                  <a:cubicBezTo>
                    <a:pt x="420" y="0"/>
                    <a:pt x="420" y="0"/>
                    <a:pt x="420" y="0"/>
                  </a:cubicBezTo>
                  <a:cubicBezTo>
                    <a:pt x="354" y="0"/>
                    <a:pt x="339" y="16"/>
                    <a:pt x="347" y="35"/>
                  </a:cubicBezTo>
                  <a:cubicBezTo>
                    <a:pt x="364" y="72"/>
                    <a:pt x="394" y="76"/>
                    <a:pt x="386" y="128"/>
                  </a:cubicBezTo>
                  <a:cubicBezTo>
                    <a:pt x="372" y="216"/>
                    <a:pt x="231" y="216"/>
                    <a:pt x="218" y="128"/>
                  </a:cubicBezTo>
                  <a:cubicBezTo>
                    <a:pt x="210" y="76"/>
                    <a:pt x="239" y="72"/>
                    <a:pt x="256" y="35"/>
                  </a:cubicBezTo>
                  <a:cubicBezTo>
                    <a:pt x="265" y="16"/>
                    <a:pt x="249" y="0"/>
                    <a:pt x="18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49"/>
                    <a:pt x="16" y="264"/>
                    <a:pt x="35" y="256"/>
                  </a:cubicBezTo>
                  <a:cubicBezTo>
                    <a:pt x="72" y="239"/>
                    <a:pt x="77" y="209"/>
                    <a:pt x="128" y="217"/>
                  </a:cubicBezTo>
                  <a:cubicBezTo>
                    <a:pt x="216" y="231"/>
                    <a:pt x="216" y="372"/>
                    <a:pt x="128" y="385"/>
                  </a:cubicBezTo>
                  <a:cubicBezTo>
                    <a:pt x="77" y="394"/>
                    <a:pt x="72" y="364"/>
                    <a:pt x="35" y="347"/>
                  </a:cubicBezTo>
                  <a:cubicBezTo>
                    <a:pt x="16" y="338"/>
                    <a:pt x="0" y="354"/>
                    <a:pt x="0" y="420"/>
                  </a:cubicBezTo>
                  <a:cubicBezTo>
                    <a:pt x="0" y="603"/>
                    <a:pt x="0" y="603"/>
                    <a:pt x="0" y="603"/>
                  </a:cubicBezTo>
                  <a:lnTo>
                    <a:pt x="183" y="603"/>
                  </a:lnTo>
                  <a:close/>
                </a:path>
              </a:pathLst>
            </a:custGeom>
            <a:solidFill>
              <a:srgbClr val="4B4B4C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Shape;4567;p519"/>
            <p:cNvSpPr/>
            <p:nvPr/>
          </p:nvSpPr>
          <p:spPr>
            <a:xfrm>
              <a:off x="2344866" y="4142465"/>
              <a:ext cx="2381265" cy="2382494"/>
            </a:xfrm>
            <a:custGeom>
              <a:avLst/>
              <a:gdLst/>
              <a:ahLst/>
              <a:cxnLst/>
              <a:rect l="l" t="t" r="r" b="b"/>
              <a:pathLst>
                <a:path w="819" h="819" extrusionOk="0">
                  <a:moveTo>
                    <a:pt x="216" y="420"/>
                  </a:moveTo>
                  <a:cubicBezTo>
                    <a:pt x="216" y="354"/>
                    <a:pt x="200" y="339"/>
                    <a:pt x="181" y="347"/>
                  </a:cubicBezTo>
                  <a:cubicBezTo>
                    <a:pt x="144" y="364"/>
                    <a:pt x="139" y="394"/>
                    <a:pt x="88" y="386"/>
                  </a:cubicBezTo>
                  <a:cubicBezTo>
                    <a:pt x="0" y="372"/>
                    <a:pt x="0" y="231"/>
                    <a:pt x="88" y="218"/>
                  </a:cubicBezTo>
                  <a:cubicBezTo>
                    <a:pt x="139" y="210"/>
                    <a:pt x="144" y="239"/>
                    <a:pt x="181" y="256"/>
                  </a:cubicBezTo>
                  <a:cubicBezTo>
                    <a:pt x="200" y="265"/>
                    <a:pt x="216" y="249"/>
                    <a:pt x="216" y="183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399" y="0"/>
                    <a:pt x="399" y="0"/>
                    <a:pt x="399" y="0"/>
                  </a:cubicBezTo>
                  <a:cubicBezTo>
                    <a:pt x="465" y="0"/>
                    <a:pt x="481" y="16"/>
                    <a:pt x="472" y="35"/>
                  </a:cubicBezTo>
                  <a:cubicBezTo>
                    <a:pt x="455" y="72"/>
                    <a:pt x="426" y="77"/>
                    <a:pt x="434" y="128"/>
                  </a:cubicBezTo>
                  <a:cubicBezTo>
                    <a:pt x="447" y="216"/>
                    <a:pt x="588" y="216"/>
                    <a:pt x="602" y="128"/>
                  </a:cubicBezTo>
                  <a:cubicBezTo>
                    <a:pt x="610" y="77"/>
                    <a:pt x="580" y="72"/>
                    <a:pt x="563" y="35"/>
                  </a:cubicBezTo>
                  <a:cubicBezTo>
                    <a:pt x="555" y="16"/>
                    <a:pt x="570" y="0"/>
                    <a:pt x="636" y="0"/>
                  </a:cubicBezTo>
                  <a:cubicBezTo>
                    <a:pt x="819" y="0"/>
                    <a:pt x="819" y="0"/>
                    <a:pt x="819" y="0"/>
                  </a:cubicBezTo>
                  <a:cubicBezTo>
                    <a:pt x="819" y="183"/>
                    <a:pt x="819" y="183"/>
                    <a:pt x="819" y="183"/>
                  </a:cubicBezTo>
                  <a:cubicBezTo>
                    <a:pt x="819" y="249"/>
                    <a:pt x="803" y="265"/>
                    <a:pt x="784" y="256"/>
                  </a:cubicBezTo>
                  <a:cubicBezTo>
                    <a:pt x="747" y="239"/>
                    <a:pt x="743" y="210"/>
                    <a:pt x="691" y="218"/>
                  </a:cubicBezTo>
                  <a:cubicBezTo>
                    <a:pt x="603" y="231"/>
                    <a:pt x="603" y="372"/>
                    <a:pt x="691" y="386"/>
                  </a:cubicBezTo>
                  <a:cubicBezTo>
                    <a:pt x="743" y="394"/>
                    <a:pt x="747" y="364"/>
                    <a:pt x="784" y="347"/>
                  </a:cubicBezTo>
                  <a:cubicBezTo>
                    <a:pt x="803" y="339"/>
                    <a:pt x="819" y="354"/>
                    <a:pt x="819" y="420"/>
                  </a:cubicBezTo>
                  <a:cubicBezTo>
                    <a:pt x="819" y="603"/>
                    <a:pt x="819" y="603"/>
                    <a:pt x="819" y="603"/>
                  </a:cubicBezTo>
                  <a:cubicBezTo>
                    <a:pt x="636" y="603"/>
                    <a:pt x="636" y="603"/>
                    <a:pt x="636" y="603"/>
                  </a:cubicBezTo>
                  <a:cubicBezTo>
                    <a:pt x="570" y="603"/>
                    <a:pt x="555" y="619"/>
                    <a:pt x="563" y="639"/>
                  </a:cubicBezTo>
                  <a:cubicBezTo>
                    <a:pt x="580" y="675"/>
                    <a:pt x="610" y="680"/>
                    <a:pt x="602" y="731"/>
                  </a:cubicBezTo>
                  <a:cubicBezTo>
                    <a:pt x="588" y="819"/>
                    <a:pt x="447" y="819"/>
                    <a:pt x="434" y="731"/>
                  </a:cubicBezTo>
                  <a:cubicBezTo>
                    <a:pt x="426" y="680"/>
                    <a:pt x="455" y="675"/>
                    <a:pt x="472" y="639"/>
                  </a:cubicBezTo>
                  <a:cubicBezTo>
                    <a:pt x="481" y="619"/>
                    <a:pt x="465" y="603"/>
                    <a:pt x="399" y="603"/>
                  </a:cubicBezTo>
                  <a:cubicBezTo>
                    <a:pt x="216" y="603"/>
                    <a:pt x="216" y="603"/>
                    <a:pt x="216" y="603"/>
                  </a:cubicBezTo>
                  <a:lnTo>
                    <a:pt x="216" y="42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Shape;4568;p519"/>
            <p:cNvSpPr/>
            <p:nvPr/>
          </p:nvSpPr>
          <p:spPr>
            <a:xfrm>
              <a:off x="1219356" y="1761201"/>
              <a:ext cx="2381265" cy="2381264"/>
            </a:xfrm>
            <a:custGeom>
              <a:avLst/>
              <a:gdLst/>
              <a:ahLst/>
              <a:cxnLst/>
              <a:rect l="l" t="t" r="r" b="b"/>
              <a:pathLst>
                <a:path w="819" h="819" extrusionOk="0">
                  <a:moveTo>
                    <a:pt x="183" y="216"/>
                  </a:moveTo>
                  <a:cubicBezTo>
                    <a:pt x="249" y="216"/>
                    <a:pt x="264" y="200"/>
                    <a:pt x="256" y="180"/>
                  </a:cubicBezTo>
                  <a:cubicBezTo>
                    <a:pt x="239" y="144"/>
                    <a:pt x="209" y="139"/>
                    <a:pt x="217" y="88"/>
                  </a:cubicBezTo>
                  <a:cubicBezTo>
                    <a:pt x="231" y="0"/>
                    <a:pt x="372" y="0"/>
                    <a:pt x="385" y="88"/>
                  </a:cubicBezTo>
                  <a:cubicBezTo>
                    <a:pt x="393" y="139"/>
                    <a:pt x="364" y="144"/>
                    <a:pt x="347" y="180"/>
                  </a:cubicBezTo>
                  <a:cubicBezTo>
                    <a:pt x="338" y="200"/>
                    <a:pt x="354" y="216"/>
                    <a:pt x="420" y="216"/>
                  </a:cubicBezTo>
                  <a:cubicBezTo>
                    <a:pt x="603" y="216"/>
                    <a:pt x="603" y="216"/>
                    <a:pt x="603" y="216"/>
                  </a:cubicBezTo>
                  <a:cubicBezTo>
                    <a:pt x="603" y="399"/>
                    <a:pt x="603" y="399"/>
                    <a:pt x="603" y="399"/>
                  </a:cubicBezTo>
                  <a:cubicBezTo>
                    <a:pt x="603" y="465"/>
                    <a:pt x="619" y="480"/>
                    <a:pt x="638" y="472"/>
                  </a:cubicBezTo>
                  <a:cubicBezTo>
                    <a:pt x="675" y="455"/>
                    <a:pt x="680" y="425"/>
                    <a:pt x="731" y="433"/>
                  </a:cubicBezTo>
                  <a:cubicBezTo>
                    <a:pt x="819" y="447"/>
                    <a:pt x="819" y="588"/>
                    <a:pt x="731" y="601"/>
                  </a:cubicBezTo>
                  <a:cubicBezTo>
                    <a:pt x="680" y="610"/>
                    <a:pt x="675" y="580"/>
                    <a:pt x="638" y="563"/>
                  </a:cubicBezTo>
                  <a:cubicBezTo>
                    <a:pt x="619" y="554"/>
                    <a:pt x="603" y="570"/>
                    <a:pt x="603" y="636"/>
                  </a:cubicBezTo>
                  <a:cubicBezTo>
                    <a:pt x="603" y="819"/>
                    <a:pt x="603" y="819"/>
                    <a:pt x="603" y="819"/>
                  </a:cubicBezTo>
                  <a:cubicBezTo>
                    <a:pt x="420" y="819"/>
                    <a:pt x="420" y="819"/>
                    <a:pt x="420" y="819"/>
                  </a:cubicBezTo>
                  <a:cubicBezTo>
                    <a:pt x="354" y="819"/>
                    <a:pt x="338" y="803"/>
                    <a:pt x="347" y="784"/>
                  </a:cubicBezTo>
                  <a:cubicBezTo>
                    <a:pt x="364" y="747"/>
                    <a:pt x="393" y="742"/>
                    <a:pt x="385" y="691"/>
                  </a:cubicBezTo>
                  <a:cubicBezTo>
                    <a:pt x="372" y="603"/>
                    <a:pt x="231" y="603"/>
                    <a:pt x="217" y="691"/>
                  </a:cubicBezTo>
                  <a:cubicBezTo>
                    <a:pt x="209" y="742"/>
                    <a:pt x="239" y="747"/>
                    <a:pt x="256" y="784"/>
                  </a:cubicBezTo>
                  <a:cubicBezTo>
                    <a:pt x="264" y="803"/>
                    <a:pt x="249" y="819"/>
                    <a:pt x="183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0" y="570"/>
                    <a:pt x="16" y="554"/>
                    <a:pt x="35" y="563"/>
                  </a:cubicBezTo>
                  <a:cubicBezTo>
                    <a:pt x="72" y="580"/>
                    <a:pt x="76" y="610"/>
                    <a:pt x="128" y="601"/>
                  </a:cubicBezTo>
                  <a:cubicBezTo>
                    <a:pt x="216" y="588"/>
                    <a:pt x="216" y="447"/>
                    <a:pt x="128" y="433"/>
                  </a:cubicBezTo>
                  <a:cubicBezTo>
                    <a:pt x="76" y="425"/>
                    <a:pt x="72" y="455"/>
                    <a:pt x="35" y="472"/>
                  </a:cubicBezTo>
                  <a:cubicBezTo>
                    <a:pt x="16" y="480"/>
                    <a:pt x="0" y="465"/>
                    <a:pt x="0" y="399"/>
                  </a:cubicBezTo>
                  <a:cubicBezTo>
                    <a:pt x="0" y="216"/>
                    <a:pt x="0" y="216"/>
                    <a:pt x="0" y="216"/>
                  </a:cubicBezTo>
                  <a:lnTo>
                    <a:pt x="183" y="216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Shape;4569;p519"/>
            <p:cNvSpPr/>
            <p:nvPr/>
          </p:nvSpPr>
          <p:spPr>
            <a:xfrm>
              <a:off x="591478" y="3514589"/>
              <a:ext cx="2381265" cy="2381264"/>
            </a:xfrm>
            <a:custGeom>
              <a:avLst/>
              <a:gdLst/>
              <a:ahLst/>
              <a:cxnLst/>
              <a:rect l="l" t="t" r="r" b="b"/>
              <a:pathLst>
                <a:path w="819" h="819" extrusionOk="0">
                  <a:moveTo>
                    <a:pt x="399" y="216"/>
                  </a:moveTo>
                  <a:cubicBezTo>
                    <a:pt x="465" y="216"/>
                    <a:pt x="480" y="200"/>
                    <a:pt x="472" y="181"/>
                  </a:cubicBezTo>
                  <a:cubicBezTo>
                    <a:pt x="455" y="144"/>
                    <a:pt x="425" y="139"/>
                    <a:pt x="433" y="88"/>
                  </a:cubicBezTo>
                  <a:cubicBezTo>
                    <a:pt x="447" y="0"/>
                    <a:pt x="588" y="0"/>
                    <a:pt x="601" y="88"/>
                  </a:cubicBezTo>
                  <a:cubicBezTo>
                    <a:pt x="609" y="139"/>
                    <a:pt x="580" y="144"/>
                    <a:pt x="563" y="181"/>
                  </a:cubicBezTo>
                  <a:cubicBezTo>
                    <a:pt x="554" y="200"/>
                    <a:pt x="570" y="216"/>
                    <a:pt x="636" y="216"/>
                  </a:cubicBezTo>
                  <a:cubicBezTo>
                    <a:pt x="819" y="216"/>
                    <a:pt x="819" y="216"/>
                    <a:pt x="819" y="216"/>
                  </a:cubicBezTo>
                  <a:cubicBezTo>
                    <a:pt x="819" y="399"/>
                    <a:pt x="819" y="399"/>
                    <a:pt x="819" y="399"/>
                  </a:cubicBezTo>
                  <a:cubicBezTo>
                    <a:pt x="819" y="465"/>
                    <a:pt x="803" y="481"/>
                    <a:pt x="784" y="472"/>
                  </a:cubicBezTo>
                  <a:cubicBezTo>
                    <a:pt x="747" y="455"/>
                    <a:pt x="742" y="426"/>
                    <a:pt x="691" y="434"/>
                  </a:cubicBezTo>
                  <a:cubicBezTo>
                    <a:pt x="603" y="447"/>
                    <a:pt x="603" y="588"/>
                    <a:pt x="691" y="602"/>
                  </a:cubicBezTo>
                  <a:cubicBezTo>
                    <a:pt x="742" y="610"/>
                    <a:pt x="747" y="580"/>
                    <a:pt x="784" y="563"/>
                  </a:cubicBezTo>
                  <a:cubicBezTo>
                    <a:pt x="803" y="555"/>
                    <a:pt x="819" y="570"/>
                    <a:pt x="819" y="636"/>
                  </a:cubicBezTo>
                  <a:cubicBezTo>
                    <a:pt x="819" y="819"/>
                    <a:pt x="819" y="819"/>
                    <a:pt x="819" y="819"/>
                  </a:cubicBezTo>
                  <a:cubicBezTo>
                    <a:pt x="636" y="819"/>
                    <a:pt x="636" y="819"/>
                    <a:pt x="636" y="819"/>
                  </a:cubicBezTo>
                  <a:cubicBezTo>
                    <a:pt x="570" y="819"/>
                    <a:pt x="554" y="803"/>
                    <a:pt x="563" y="784"/>
                  </a:cubicBezTo>
                  <a:cubicBezTo>
                    <a:pt x="580" y="747"/>
                    <a:pt x="609" y="743"/>
                    <a:pt x="601" y="691"/>
                  </a:cubicBezTo>
                  <a:cubicBezTo>
                    <a:pt x="588" y="603"/>
                    <a:pt x="447" y="603"/>
                    <a:pt x="433" y="691"/>
                  </a:cubicBezTo>
                  <a:cubicBezTo>
                    <a:pt x="425" y="743"/>
                    <a:pt x="455" y="747"/>
                    <a:pt x="472" y="784"/>
                  </a:cubicBezTo>
                  <a:cubicBezTo>
                    <a:pt x="480" y="803"/>
                    <a:pt x="465" y="819"/>
                    <a:pt x="399" y="819"/>
                  </a:cubicBezTo>
                  <a:cubicBezTo>
                    <a:pt x="216" y="819"/>
                    <a:pt x="216" y="819"/>
                    <a:pt x="216" y="819"/>
                  </a:cubicBezTo>
                  <a:cubicBezTo>
                    <a:pt x="216" y="636"/>
                    <a:pt x="216" y="636"/>
                    <a:pt x="216" y="636"/>
                  </a:cubicBezTo>
                  <a:cubicBezTo>
                    <a:pt x="216" y="570"/>
                    <a:pt x="200" y="555"/>
                    <a:pt x="180" y="563"/>
                  </a:cubicBezTo>
                  <a:cubicBezTo>
                    <a:pt x="144" y="580"/>
                    <a:pt x="139" y="610"/>
                    <a:pt x="88" y="602"/>
                  </a:cubicBezTo>
                  <a:cubicBezTo>
                    <a:pt x="0" y="588"/>
                    <a:pt x="0" y="447"/>
                    <a:pt x="88" y="434"/>
                  </a:cubicBezTo>
                  <a:cubicBezTo>
                    <a:pt x="139" y="426"/>
                    <a:pt x="144" y="455"/>
                    <a:pt x="180" y="472"/>
                  </a:cubicBezTo>
                  <a:cubicBezTo>
                    <a:pt x="200" y="481"/>
                    <a:pt x="216" y="465"/>
                    <a:pt x="216" y="399"/>
                  </a:cubicBezTo>
                  <a:cubicBezTo>
                    <a:pt x="216" y="216"/>
                    <a:pt x="216" y="216"/>
                    <a:pt x="216" y="216"/>
                  </a:cubicBezTo>
                  <a:lnTo>
                    <a:pt x="399" y="216"/>
                  </a:lnTo>
                  <a:close/>
                </a:path>
              </a:pathLst>
            </a:custGeom>
            <a:solidFill>
              <a:srgbClr val="4B4B4C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Shape;4570;p519"/>
            <p:cNvSpPr/>
            <p:nvPr/>
          </p:nvSpPr>
          <p:spPr>
            <a:xfrm>
              <a:off x="1625334" y="4637905"/>
              <a:ext cx="405594" cy="45667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800" y="18655"/>
                  </a:moveTo>
                  <a:cubicBezTo>
                    <a:pt x="13468" y="18655"/>
                    <a:pt x="13200" y="18874"/>
                    <a:pt x="13200" y="19145"/>
                  </a:cubicBezTo>
                  <a:cubicBezTo>
                    <a:pt x="13200" y="19417"/>
                    <a:pt x="13468" y="19636"/>
                    <a:pt x="13800" y="19636"/>
                  </a:cubicBezTo>
                  <a:cubicBezTo>
                    <a:pt x="14132" y="19636"/>
                    <a:pt x="14400" y="19417"/>
                    <a:pt x="14400" y="19145"/>
                  </a:cubicBezTo>
                  <a:cubicBezTo>
                    <a:pt x="14400" y="18874"/>
                    <a:pt x="14132" y="18655"/>
                    <a:pt x="13800" y="18655"/>
                  </a:cubicBezTo>
                  <a:moveTo>
                    <a:pt x="10200" y="15709"/>
                  </a:moveTo>
                  <a:cubicBezTo>
                    <a:pt x="9868" y="15709"/>
                    <a:pt x="9600" y="15490"/>
                    <a:pt x="9600" y="15218"/>
                  </a:cubicBezTo>
                  <a:cubicBezTo>
                    <a:pt x="9600" y="14947"/>
                    <a:pt x="9868" y="14727"/>
                    <a:pt x="10200" y="14727"/>
                  </a:cubicBezTo>
                  <a:cubicBezTo>
                    <a:pt x="10532" y="14727"/>
                    <a:pt x="10800" y="14947"/>
                    <a:pt x="10800" y="15218"/>
                  </a:cubicBezTo>
                  <a:cubicBezTo>
                    <a:pt x="10800" y="15490"/>
                    <a:pt x="10532" y="15709"/>
                    <a:pt x="10200" y="15709"/>
                  </a:cubicBezTo>
                  <a:moveTo>
                    <a:pt x="10200" y="13745"/>
                  </a:moveTo>
                  <a:cubicBezTo>
                    <a:pt x="9206" y="13745"/>
                    <a:pt x="8400" y="14405"/>
                    <a:pt x="8400" y="15218"/>
                  </a:cubicBezTo>
                  <a:cubicBezTo>
                    <a:pt x="8400" y="16031"/>
                    <a:pt x="9206" y="16691"/>
                    <a:pt x="10200" y="16691"/>
                  </a:cubicBezTo>
                  <a:cubicBezTo>
                    <a:pt x="11194" y="16691"/>
                    <a:pt x="12000" y="16031"/>
                    <a:pt x="12000" y="15218"/>
                  </a:cubicBezTo>
                  <a:cubicBezTo>
                    <a:pt x="12000" y="14405"/>
                    <a:pt x="11194" y="13745"/>
                    <a:pt x="10200" y="13745"/>
                  </a:cubicBezTo>
                  <a:moveTo>
                    <a:pt x="15600" y="13745"/>
                  </a:moveTo>
                  <a:cubicBezTo>
                    <a:pt x="14938" y="13745"/>
                    <a:pt x="14400" y="14186"/>
                    <a:pt x="14400" y="14727"/>
                  </a:cubicBezTo>
                  <a:cubicBezTo>
                    <a:pt x="14400" y="15269"/>
                    <a:pt x="14938" y="15709"/>
                    <a:pt x="15600" y="15709"/>
                  </a:cubicBezTo>
                  <a:cubicBezTo>
                    <a:pt x="16262" y="15709"/>
                    <a:pt x="16800" y="15269"/>
                    <a:pt x="16800" y="14727"/>
                  </a:cubicBezTo>
                  <a:cubicBezTo>
                    <a:pt x="16800" y="14186"/>
                    <a:pt x="16262" y="13745"/>
                    <a:pt x="15600" y="13745"/>
                  </a:cubicBezTo>
                  <a:moveTo>
                    <a:pt x="14400" y="20618"/>
                  </a:moveTo>
                  <a:lnTo>
                    <a:pt x="7200" y="20618"/>
                  </a:lnTo>
                  <a:cubicBezTo>
                    <a:pt x="3892" y="20618"/>
                    <a:pt x="1200" y="18416"/>
                    <a:pt x="1200" y="15709"/>
                  </a:cubicBezTo>
                  <a:cubicBezTo>
                    <a:pt x="1200" y="13123"/>
                    <a:pt x="2182" y="11620"/>
                    <a:pt x="3320" y="9880"/>
                  </a:cubicBezTo>
                  <a:cubicBezTo>
                    <a:pt x="3477" y="9639"/>
                    <a:pt x="3636" y="9392"/>
                    <a:pt x="3797" y="9140"/>
                  </a:cubicBezTo>
                  <a:cubicBezTo>
                    <a:pt x="3905" y="9093"/>
                    <a:pt x="6420" y="8038"/>
                    <a:pt x="9814" y="9625"/>
                  </a:cubicBezTo>
                  <a:cubicBezTo>
                    <a:pt x="10959" y="10160"/>
                    <a:pt x="12064" y="10360"/>
                    <a:pt x="13079" y="10360"/>
                  </a:cubicBezTo>
                  <a:cubicBezTo>
                    <a:pt x="15152" y="10360"/>
                    <a:pt x="16846" y="9523"/>
                    <a:pt x="17711" y="8991"/>
                  </a:cubicBezTo>
                  <a:cubicBezTo>
                    <a:pt x="17902" y="9295"/>
                    <a:pt x="18093" y="9592"/>
                    <a:pt x="18280" y="9880"/>
                  </a:cubicBezTo>
                  <a:cubicBezTo>
                    <a:pt x="19418" y="11620"/>
                    <a:pt x="20400" y="13123"/>
                    <a:pt x="20400" y="15709"/>
                  </a:cubicBezTo>
                  <a:cubicBezTo>
                    <a:pt x="20400" y="18416"/>
                    <a:pt x="17708" y="20618"/>
                    <a:pt x="14400" y="20618"/>
                  </a:cubicBezTo>
                  <a:moveTo>
                    <a:pt x="5967" y="2945"/>
                  </a:moveTo>
                  <a:lnTo>
                    <a:pt x="15633" y="2945"/>
                  </a:lnTo>
                  <a:cubicBezTo>
                    <a:pt x="15782" y="5133"/>
                    <a:pt x="16425" y="6735"/>
                    <a:pt x="17180" y="8090"/>
                  </a:cubicBezTo>
                  <a:cubicBezTo>
                    <a:pt x="16281" y="8690"/>
                    <a:pt x="13509" y="10220"/>
                    <a:pt x="10410" y="8772"/>
                  </a:cubicBezTo>
                  <a:cubicBezTo>
                    <a:pt x="7921" y="7609"/>
                    <a:pt x="5800" y="7679"/>
                    <a:pt x="4520" y="7912"/>
                  </a:cubicBezTo>
                  <a:cubicBezTo>
                    <a:pt x="5231" y="6594"/>
                    <a:pt x="5824" y="5037"/>
                    <a:pt x="5967" y="2945"/>
                  </a:cubicBezTo>
                  <a:moveTo>
                    <a:pt x="3600" y="982"/>
                  </a:moveTo>
                  <a:lnTo>
                    <a:pt x="18000" y="982"/>
                  </a:lnTo>
                  <a:lnTo>
                    <a:pt x="18000" y="1964"/>
                  </a:lnTo>
                  <a:lnTo>
                    <a:pt x="3600" y="1964"/>
                  </a:lnTo>
                  <a:cubicBezTo>
                    <a:pt x="3600" y="1964"/>
                    <a:pt x="3600" y="982"/>
                    <a:pt x="3600" y="982"/>
                  </a:cubicBezTo>
                  <a:close/>
                  <a:moveTo>
                    <a:pt x="16843" y="2945"/>
                  </a:moveTo>
                  <a:lnTo>
                    <a:pt x="18000" y="2945"/>
                  </a:lnTo>
                  <a:cubicBezTo>
                    <a:pt x="18662" y="2945"/>
                    <a:pt x="19200" y="2505"/>
                    <a:pt x="19200" y="1964"/>
                  </a:cubicBezTo>
                  <a:lnTo>
                    <a:pt x="19200" y="982"/>
                  </a:lnTo>
                  <a:cubicBezTo>
                    <a:pt x="19200" y="440"/>
                    <a:pt x="18662" y="0"/>
                    <a:pt x="18000" y="0"/>
                  </a:cubicBezTo>
                  <a:lnTo>
                    <a:pt x="3600" y="0"/>
                  </a:lnTo>
                  <a:cubicBezTo>
                    <a:pt x="2938" y="0"/>
                    <a:pt x="2400" y="440"/>
                    <a:pt x="2400" y="982"/>
                  </a:cubicBezTo>
                  <a:lnTo>
                    <a:pt x="2400" y="1964"/>
                  </a:lnTo>
                  <a:cubicBezTo>
                    <a:pt x="2400" y="2505"/>
                    <a:pt x="2938" y="2945"/>
                    <a:pt x="3600" y="2945"/>
                  </a:cubicBezTo>
                  <a:lnTo>
                    <a:pt x="4757" y="2945"/>
                  </a:lnTo>
                  <a:cubicBezTo>
                    <a:pt x="4322" y="8937"/>
                    <a:pt x="0" y="10114"/>
                    <a:pt x="0" y="15709"/>
                  </a:cubicBezTo>
                  <a:cubicBezTo>
                    <a:pt x="0" y="18962"/>
                    <a:pt x="3224" y="21600"/>
                    <a:pt x="7200" y="21600"/>
                  </a:cubicBezTo>
                  <a:lnTo>
                    <a:pt x="14400" y="21600"/>
                  </a:lnTo>
                  <a:cubicBezTo>
                    <a:pt x="18376" y="21600"/>
                    <a:pt x="21600" y="18962"/>
                    <a:pt x="21600" y="15709"/>
                  </a:cubicBezTo>
                  <a:cubicBezTo>
                    <a:pt x="21600" y="10114"/>
                    <a:pt x="17278" y="8937"/>
                    <a:pt x="16843" y="2945"/>
                  </a:cubicBezTo>
                  <a:moveTo>
                    <a:pt x="17400" y="11782"/>
                  </a:moveTo>
                  <a:cubicBezTo>
                    <a:pt x="17068" y="11782"/>
                    <a:pt x="16800" y="12001"/>
                    <a:pt x="16800" y="12273"/>
                  </a:cubicBezTo>
                  <a:cubicBezTo>
                    <a:pt x="16800" y="12544"/>
                    <a:pt x="17068" y="12764"/>
                    <a:pt x="17400" y="12764"/>
                  </a:cubicBezTo>
                  <a:cubicBezTo>
                    <a:pt x="17732" y="12764"/>
                    <a:pt x="18000" y="12544"/>
                    <a:pt x="18000" y="12273"/>
                  </a:cubicBezTo>
                  <a:cubicBezTo>
                    <a:pt x="18000" y="12001"/>
                    <a:pt x="17732" y="11782"/>
                    <a:pt x="17400" y="11782"/>
                  </a:cubicBezTo>
                  <a:moveTo>
                    <a:pt x="6000" y="10800"/>
                  </a:moveTo>
                  <a:cubicBezTo>
                    <a:pt x="5338" y="10800"/>
                    <a:pt x="4800" y="11240"/>
                    <a:pt x="4800" y="11782"/>
                  </a:cubicBezTo>
                  <a:cubicBezTo>
                    <a:pt x="4800" y="12324"/>
                    <a:pt x="5338" y="12764"/>
                    <a:pt x="6000" y="12764"/>
                  </a:cubicBezTo>
                  <a:cubicBezTo>
                    <a:pt x="6662" y="12764"/>
                    <a:pt x="7200" y="12324"/>
                    <a:pt x="7200" y="11782"/>
                  </a:cubicBezTo>
                  <a:cubicBezTo>
                    <a:pt x="7200" y="11240"/>
                    <a:pt x="6662" y="10800"/>
                    <a:pt x="6000" y="10800"/>
                  </a:cubicBezTo>
                  <a:moveTo>
                    <a:pt x="5400" y="16691"/>
                  </a:moveTo>
                  <a:cubicBezTo>
                    <a:pt x="5068" y="16691"/>
                    <a:pt x="4800" y="16910"/>
                    <a:pt x="4800" y="17182"/>
                  </a:cubicBezTo>
                  <a:cubicBezTo>
                    <a:pt x="4800" y="17453"/>
                    <a:pt x="5068" y="17673"/>
                    <a:pt x="5400" y="17673"/>
                  </a:cubicBezTo>
                  <a:cubicBezTo>
                    <a:pt x="5732" y="17673"/>
                    <a:pt x="6000" y="17453"/>
                    <a:pt x="6000" y="17182"/>
                  </a:cubicBezTo>
                  <a:cubicBezTo>
                    <a:pt x="6000" y="16910"/>
                    <a:pt x="5732" y="16691"/>
                    <a:pt x="5400" y="1669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5">
                <a:solidFill>
                  <a:srgbClr val="C3C3C3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2" name="Shape;4571;p519"/>
            <p:cNvSpPr/>
            <p:nvPr/>
          </p:nvSpPr>
          <p:spPr>
            <a:xfrm>
              <a:off x="2097157" y="2885481"/>
              <a:ext cx="495418" cy="456691"/>
            </a:xfrm>
            <a:custGeom>
              <a:avLst/>
              <a:gdLst/>
              <a:ahLst/>
              <a:cxnLst/>
              <a:rect l="l" t="t" r="r" b="b"/>
              <a:pathLst>
                <a:path w="21086" h="21600" extrusionOk="0">
                  <a:moveTo>
                    <a:pt x="11502" y="10309"/>
                  </a:moveTo>
                  <a:cubicBezTo>
                    <a:pt x="11767" y="10309"/>
                    <a:pt x="11981" y="10090"/>
                    <a:pt x="11981" y="9818"/>
                  </a:cubicBezTo>
                  <a:cubicBezTo>
                    <a:pt x="11981" y="9547"/>
                    <a:pt x="11767" y="9327"/>
                    <a:pt x="11502" y="9327"/>
                  </a:cubicBezTo>
                  <a:cubicBezTo>
                    <a:pt x="11237" y="9327"/>
                    <a:pt x="11022" y="9547"/>
                    <a:pt x="11022" y="9818"/>
                  </a:cubicBezTo>
                  <a:cubicBezTo>
                    <a:pt x="11022" y="10090"/>
                    <a:pt x="11237" y="10309"/>
                    <a:pt x="11502" y="10309"/>
                  </a:cubicBezTo>
                  <a:moveTo>
                    <a:pt x="15818" y="4909"/>
                  </a:moveTo>
                  <a:cubicBezTo>
                    <a:pt x="16083" y="4909"/>
                    <a:pt x="16297" y="5129"/>
                    <a:pt x="16297" y="5400"/>
                  </a:cubicBezTo>
                  <a:cubicBezTo>
                    <a:pt x="16297" y="5672"/>
                    <a:pt x="16083" y="5891"/>
                    <a:pt x="15818" y="5891"/>
                  </a:cubicBezTo>
                  <a:cubicBezTo>
                    <a:pt x="15553" y="5891"/>
                    <a:pt x="15338" y="5672"/>
                    <a:pt x="15338" y="5400"/>
                  </a:cubicBezTo>
                  <a:cubicBezTo>
                    <a:pt x="15338" y="5129"/>
                    <a:pt x="15553" y="4909"/>
                    <a:pt x="15818" y="4909"/>
                  </a:cubicBezTo>
                  <a:moveTo>
                    <a:pt x="15818" y="6873"/>
                  </a:moveTo>
                  <a:cubicBezTo>
                    <a:pt x="16612" y="6873"/>
                    <a:pt x="17256" y="6213"/>
                    <a:pt x="17256" y="5400"/>
                  </a:cubicBezTo>
                  <a:cubicBezTo>
                    <a:pt x="17256" y="4587"/>
                    <a:pt x="16612" y="3928"/>
                    <a:pt x="15818" y="3928"/>
                  </a:cubicBezTo>
                  <a:cubicBezTo>
                    <a:pt x="15023" y="3928"/>
                    <a:pt x="14379" y="4587"/>
                    <a:pt x="14379" y="5400"/>
                  </a:cubicBezTo>
                  <a:cubicBezTo>
                    <a:pt x="14379" y="6213"/>
                    <a:pt x="15023" y="6873"/>
                    <a:pt x="15818" y="6873"/>
                  </a:cubicBezTo>
                  <a:moveTo>
                    <a:pt x="12941" y="11782"/>
                  </a:moveTo>
                  <a:cubicBezTo>
                    <a:pt x="13206" y="11782"/>
                    <a:pt x="13420" y="11562"/>
                    <a:pt x="13420" y="11291"/>
                  </a:cubicBezTo>
                  <a:cubicBezTo>
                    <a:pt x="13420" y="11020"/>
                    <a:pt x="13206" y="10800"/>
                    <a:pt x="12941" y="10800"/>
                  </a:cubicBezTo>
                  <a:cubicBezTo>
                    <a:pt x="12675" y="10800"/>
                    <a:pt x="12461" y="11020"/>
                    <a:pt x="12461" y="11291"/>
                  </a:cubicBezTo>
                  <a:cubicBezTo>
                    <a:pt x="12461" y="11562"/>
                    <a:pt x="12675" y="11782"/>
                    <a:pt x="12941" y="11782"/>
                  </a:cubicBezTo>
                  <a:moveTo>
                    <a:pt x="10063" y="7855"/>
                  </a:moveTo>
                  <a:cubicBezTo>
                    <a:pt x="9798" y="7855"/>
                    <a:pt x="9584" y="8074"/>
                    <a:pt x="9584" y="8346"/>
                  </a:cubicBezTo>
                  <a:cubicBezTo>
                    <a:pt x="9584" y="8617"/>
                    <a:pt x="9798" y="8836"/>
                    <a:pt x="10063" y="8836"/>
                  </a:cubicBezTo>
                  <a:cubicBezTo>
                    <a:pt x="10328" y="8836"/>
                    <a:pt x="10543" y="8617"/>
                    <a:pt x="10543" y="8346"/>
                  </a:cubicBezTo>
                  <a:cubicBezTo>
                    <a:pt x="10543" y="8074"/>
                    <a:pt x="10328" y="7855"/>
                    <a:pt x="10063" y="7855"/>
                  </a:cubicBezTo>
                  <a:moveTo>
                    <a:pt x="1718" y="19842"/>
                  </a:moveTo>
                  <a:lnTo>
                    <a:pt x="3451" y="15392"/>
                  </a:lnTo>
                  <a:cubicBezTo>
                    <a:pt x="3684" y="15834"/>
                    <a:pt x="3973" y="16253"/>
                    <a:pt x="4312" y="16642"/>
                  </a:cubicBezTo>
                  <a:cubicBezTo>
                    <a:pt x="4824" y="17230"/>
                    <a:pt x="5418" y="17711"/>
                    <a:pt x="6061" y="18068"/>
                  </a:cubicBezTo>
                  <a:cubicBezTo>
                    <a:pt x="6061" y="18068"/>
                    <a:pt x="1718" y="19842"/>
                    <a:pt x="1718" y="19842"/>
                  </a:cubicBezTo>
                  <a:close/>
                  <a:moveTo>
                    <a:pt x="3717" y="12060"/>
                  </a:moveTo>
                  <a:lnTo>
                    <a:pt x="0" y="21600"/>
                  </a:lnTo>
                  <a:lnTo>
                    <a:pt x="9319" y="17795"/>
                  </a:lnTo>
                  <a:cubicBezTo>
                    <a:pt x="9153" y="17815"/>
                    <a:pt x="8987" y="17824"/>
                    <a:pt x="8822" y="17824"/>
                  </a:cubicBezTo>
                  <a:cubicBezTo>
                    <a:pt x="5971" y="17824"/>
                    <a:pt x="3389" y="15002"/>
                    <a:pt x="3717" y="12060"/>
                  </a:cubicBezTo>
                  <a:moveTo>
                    <a:pt x="16115" y="10657"/>
                  </a:moveTo>
                  <a:cubicBezTo>
                    <a:pt x="15925" y="10851"/>
                    <a:pt x="15627" y="11171"/>
                    <a:pt x="15280" y="11542"/>
                  </a:cubicBezTo>
                  <a:cubicBezTo>
                    <a:pt x="14662" y="12204"/>
                    <a:pt x="13712" y="13221"/>
                    <a:pt x="13147" y="13753"/>
                  </a:cubicBezTo>
                  <a:lnTo>
                    <a:pt x="7665" y="8141"/>
                  </a:lnTo>
                  <a:cubicBezTo>
                    <a:pt x="8185" y="7563"/>
                    <a:pt x="9179" y="6590"/>
                    <a:pt x="9825" y="5958"/>
                  </a:cubicBezTo>
                  <a:cubicBezTo>
                    <a:pt x="10188" y="5603"/>
                    <a:pt x="10500" y="5298"/>
                    <a:pt x="10690" y="5103"/>
                  </a:cubicBezTo>
                  <a:cubicBezTo>
                    <a:pt x="13284" y="2447"/>
                    <a:pt x="18271" y="993"/>
                    <a:pt x="20136" y="982"/>
                  </a:cubicBezTo>
                  <a:cubicBezTo>
                    <a:pt x="20132" y="2572"/>
                    <a:pt x="18824" y="7884"/>
                    <a:pt x="16115" y="10657"/>
                  </a:cubicBezTo>
                  <a:moveTo>
                    <a:pt x="12477" y="14563"/>
                  </a:moveTo>
                  <a:cubicBezTo>
                    <a:pt x="12127" y="15873"/>
                    <a:pt x="11665" y="17072"/>
                    <a:pt x="11154" y="18035"/>
                  </a:cubicBezTo>
                  <a:cubicBezTo>
                    <a:pt x="10943" y="17454"/>
                    <a:pt x="10642" y="16798"/>
                    <a:pt x="10214" y="16110"/>
                  </a:cubicBezTo>
                  <a:cubicBezTo>
                    <a:pt x="10035" y="15823"/>
                    <a:pt x="9728" y="15656"/>
                    <a:pt x="9405" y="15656"/>
                  </a:cubicBezTo>
                  <a:cubicBezTo>
                    <a:pt x="9329" y="15656"/>
                    <a:pt x="9252" y="15665"/>
                    <a:pt x="9176" y="15684"/>
                  </a:cubicBezTo>
                  <a:cubicBezTo>
                    <a:pt x="8990" y="15731"/>
                    <a:pt x="8799" y="15755"/>
                    <a:pt x="8610" y="15755"/>
                  </a:cubicBezTo>
                  <a:cubicBezTo>
                    <a:pt x="7905" y="15755"/>
                    <a:pt x="7217" y="15432"/>
                    <a:pt x="6621" y="14822"/>
                  </a:cubicBezTo>
                  <a:cubicBezTo>
                    <a:pt x="5861" y="14044"/>
                    <a:pt x="5561" y="13114"/>
                    <a:pt x="5779" y="12206"/>
                  </a:cubicBezTo>
                  <a:cubicBezTo>
                    <a:pt x="5877" y="11797"/>
                    <a:pt x="5709" y="11370"/>
                    <a:pt x="5363" y="11144"/>
                  </a:cubicBezTo>
                  <a:cubicBezTo>
                    <a:pt x="4690" y="10706"/>
                    <a:pt x="4050" y="10398"/>
                    <a:pt x="3482" y="10183"/>
                  </a:cubicBezTo>
                  <a:cubicBezTo>
                    <a:pt x="4423" y="9658"/>
                    <a:pt x="5594" y="9186"/>
                    <a:pt x="6874" y="8827"/>
                  </a:cubicBezTo>
                  <a:cubicBezTo>
                    <a:pt x="6900" y="8820"/>
                    <a:pt x="6921" y="8803"/>
                    <a:pt x="6946" y="8793"/>
                  </a:cubicBezTo>
                  <a:lnTo>
                    <a:pt x="12510" y="14490"/>
                  </a:lnTo>
                  <a:cubicBezTo>
                    <a:pt x="12501" y="14515"/>
                    <a:pt x="12484" y="14536"/>
                    <a:pt x="12477" y="14563"/>
                  </a:cubicBezTo>
                  <a:moveTo>
                    <a:pt x="20922" y="167"/>
                  </a:moveTo>
                  <a:cubicBezTo>
                    <a:pt x="20813" y="55"/>
                    <a:pt x="20545" y="0"/>
                    <a:pt x="20157" y="0"/>
                  </a:cubicBezTo>
                  <a:cubicBezTo>
                    <a:pt x="18131" y="0"/>
                    <a:pt x="12842" y="1511"/>
                    <a:pt x="10012" y="4409"/>
                  </a:cubicBezTo>
                  <a:cubicBezTo>
                    <a:pt x="9345" y="5092"/>
                    <a:pt x="7134" y="7175"/>
                    <a:pt x="6621" y="7880"/>
                  </a:cubicBezTo>
                  <a:cubicBezTo>
                    <a:pt x="4961" y="8346"/>
                    <a:pt x="2544" y="9277"/>
                    <a:pt x="1196" y="10657"/>
                  </a:cubicBezTo>
                  <a:cubicBezTo>
                    <a:pt x="1196" y="10657"/>
                    <a:pt x="2841" y="10663"/>
                    <a:pt x="4848" y="11972"/>
                  </a:cubicBezTo>
                  <a:cubicBezTo>
                    <a:pt x="4556" y="13190"/>
                    <a:pt x="4926" y="14475"/>
                    <a:pt x="5943" y="15516"/>
                  </a:cubicBezTo>
                  <a:cubicBezTo>
                    <a:pt x="6735" y="16327"/>
                    <a:pt x="7672" y="16737"/>
                    <a:pt x="8610" y="16737"/>
                  </a:cubicBezTo>
                  <a:cubicBezTo>
                    <a:pt x="8876" y="16737"/>
                    <a:pt x="9142" y="16704"/>
                    <a:pt x="9405" y="16637"/>
                  </a:cubicBezTo>
                  <a:cubicBezTo>
                    <a:pt x="10683" y="18692"/>
                    <a:pt x="10690" y="20376"/>
                    <a:pt x="10690" y="20376"/>
                  </a:cubicBezTo>
                  <a:cubicBezTo>
                    <a:pt x="12038" y="18996"/>
                    <a:pt x="12948" y="16521"/>
                    <a:pt x="13402" y="14822"/>
                  </a:cubicBezTo>
                  <a:cubicBezTo>
                    <a:pt x="14091" y="14297"/>
                    <a:pt x="16126" y="12034"/>
                    <a:pt x="16793" y="11351"/>
                  </a:cubicBezTo>
                  <a:cubicBezTo>
                    <a:pt x="20164" y="7900"/>
                    <a:pt x="21600" y="861"/>
                    <a:pt x="20922" y="16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5">
                <a:solidFill>
                  <a:srgbClr val="C3C3C3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Shape;4572;p519"/>
            <p:cNvSpPr/>
            <p:nvPr/>
          </p:nvSpPr>
          <p:spPr>
            <a:xfrm>
              <a:off x="3915512" y="3310780"/>
              <a:ext cx="495725" cy="45667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618" y="2945"/>
                  </a:moveTo>
                  <a:lnTo>
                    <a:pt x="982" y="2945"/>
                  </a:lnTo>
                  <a:lnTo>
                    <a:pt x="982" y="1964"/>
                  </a:lnTo>
                  <a:lnTo>
                    <a:pt x="20618" y="1964"/>
                  </a:lnTo>
                  <a:cubicBezTo>
                    <a:pt x="20618" y="1964"/>
                    <a:pt x="20618" y="2945"/>
                    <a:pt x="20618" y="2945"/>
                  </a:cubicBezTo>
                  <a:close/>
                  <a:moveTo>
                    <a:pt x="19636" y="15709"/>
                  </a:moveTo>
                  <a:lnTo>
                    <a:pt x="1964" y="15709"/>
                  </a:lnTo>
                  <a:lnTo>
                    <a:pt x="1964" y="3927"/>
                  </a:lnTo>
                  <a:lnTo>
                    <a:pt x="19636" y="3927"/>
                  </a:lnTo>
                  <a:cubicBezTo>
                    <a:pt x="19636" y="3927"/>
                    <a:pt x="19636" y="15709"/>
                    <a:pt x="19636" y="15709"/>
                  </a:cubicBezTo>
                  <a:close/>
                  <a:moveTo>
                    <a:pt x="20618" y="982"/>
                  </a:moveTo>
                  <a:lnTo>
                    <a:pt x="11782" y="982"/>
                  </a:lnTo>
                  <a:cubicBezTo>
                    <a:pt x="11782" y="440"/>
                    <a:pt x="11342" y="0"/>
                    <a:pt x="10800" y="0"/>
                  </a:cubicBezTo>
                  <a:cubicBezTo>
                    <a:pt x="10257" y="0"/>
                    <a:pt x="9818" y="440"/>
                    <a:pt x="9818" y="982"/>
                  </a:cubicBezTo>
                  <a:lnTo>
                    <a:pt x="982" y="982"/>
                  </a:lnTo>
                  <a:cubicBezTo>
                    <a:pt x="439" y="982"/>
                    <a:pt x="0" y="1422"/>
                    <a:pt x="0" y="1964"/>
                  </a:cubicBezTo>
                  <a:lnTo>
                    <a:pt x="0" y="2945"/>
                  </a:lnTo>
                  <a:cubicBezTo>
                    <a:pt x="0" y="3488"/>
                    <a:pt x="439" y="3927"/>
                    <a:pt x="982" y="3927"/>
                  </a:cubicBezTo>
                  <a:lnTo>
                    <a:pt x="982" y="15709"/>
                  </a:lnTo>
                  <a:cubicBezTo>
                    <a:pt x="982" y="16252"/>
                    <a:pt x="1421" y="16691"/>
                    <a:pt x="1964" y="16691"/>
                  </a:cubicBezTo>
                  <a:lnTo>
                    <a:pt x="10309" y="16691"/>
                  </a:lnTo>
                  <a:lnTo>
                    <a:pt x="10309" y="17960"/>
                  </a:lnTo>
                  <a:lnTo>
                    <a:pt x="7507" y="20762"/>
                  </a:lnTo>
                  <a:cubicBezTo>
                    <a:pt x="7419" y="20851"/>
                    <a:pt x="7364" y="20974"/>
                    <a:pt x="7364" y="21109"/>
                  </a:cubicBezTo>
                  <a:cubicBezTo>
                    <a:pt x="7364" y="21380"/>
                    <a:pt x="7583" y="21600"/>
                    <a:pt x="7855" y="21600"/>
                  </a:cubicBezTo>
                  <a:cubicBezTo>
                    <a:pt x="7990" y="21600"/>
                    <a:pt x="8113" y="21545"/>
                    <a:pt x="8202" y="21456"/>
                  </a:cubicBezTo>
                  <a:lnTo>
                    <a:pt x="10800" y="18858"/>
                  </a:lnTo>
                  <a:lnTo>
                    <a:pt x="13398" y="21456"/>
                  </a:lnTo>
                  <a:cubicBezTo>
                    <a:pt x="13488" y="21545"/>
                    <a:pt x="13610" y="21600"/>
                    <a:pt x="13745" y="21600"/>
                  </a:cubicBezTo>
                  <a:cubicBezTo>
                    <a:pt x="14017" y="21600"/>
                    <a:pt x="14236" y="21380"/>
                    <a:pt x="14236" y="21109"/>
                  </a:cubicBezTo>
                  <a:cubicBezTo>
                    <a:pt x="14236" y="20974"/>
                    <a:pt x="14182" y="20851"/>
                    <a:pt x="14093" y="20762"/>
                  </a:cubicBezTo>
                  <a:lnTo>
                    <a:pt x="11291" y="17960"/>
                  </a:lnTo>
                  <a:lnTo>
                    <a:pt x="11291" y="16691"/>
                  </a:lnTo>
                  <a:lnTo>
                    <a:pt x="19636" y="16691"/>
                  </a:lnTo>
                  <a:cubicBezTo>
                    <a:pt x="20178" y="16691"/>
                    <a:pt x="20618" y="16252"/>
                    <a:pt x="20618" y="15709"/>
                  </a:cubicBezTo>
                  <a:lnTo>
                    <a:pt x="20618" y="3927"/>
                  </a:lnTo>
                  <a:cubicBezTo>
                    <a:pt x="21160" y="3927"/>
                    <a:pt x="21600" y="3488"/>
                    <a:pt x="21600" y="2945"/>
                  </a:cubicBezTo>
                  <a:lnTo>
                    <a:pt x="21600" y="1964"/>
                  </a:lnTo>
                  <a:cubicBezTo>
                    <a:pt x="21600" y="1422"/>
                    <a:pt x="21160" y="982"/>
                    <a:pt x="20618" y="982"/>
                  </a:cubicBezTo>
                  <a:moveTo>
                    <a:pt x="16200" y="5891"/>
                  </a:moveTo>
                  <a:cubicBezTo>
                    <a:pt x="16471" y="5891"/>
                    <a:pt x="16691" y="6111"/>
                    <a:pt x="16691" y="6382"/>
                  </a:cubicBezTo>
                  <a:cubicBezTo>
                    <a:pt x="16691" y="6653"/>
                    <a:pt x="16471" y="6873"/>
                    <a:pt x="16200" y="6873"/>
                  </a:cubicBezTo>
                  <a:cubicBezTo>
                    <a:pt x="15929" y="6873"/>
                    <a:pt x="15709" y="6653"/>
                    <a:pt x="15709" y="6382"/>
                  </a:cubicBezTo>
                  <a:cubicBezTo>
                    <a:pt x="15709" y="6111"/>
                    <a:pt x="15929" y="5891"/>
                    <a:pt x="16200" y="5891"/>
                  </a:cubicBezTo>
                  <a:moveTo>
                    <a:pt x="16200" y="7855"/>
                  </a:moveTo>
                  <a:cubicBezTo>
                    <a:pt x="17013" y="7855"/>
                    <a:pt x="17673" y="7196"/>
                    <a:pt x="17673" y="6382"/>
                  </a:cubicBezTo>
                  <a:cubicBezTo>
                    <a:pt x="17673" y="5569"/>
                    <a:pt x="17013" y="4909"/>
                    <a:pt x="16200" y="4909"/>
                  </a:cubicBezTo>
                  <a:cubicBezTo>
                    <a:pt x="15387" y="4909"/>
                    <a:pt x="14727" y="5569"/>
                    <a:pt x="14727" y="6382"/>
                  </a:cubicBezTo>
                  <a:cubicBezTo>
                    <a:pt x="14727" y="7196"/>
                    <a:pt x="15387" y="7855"/>
                    <a:pt x="16200" y="7855"/>
                  </a:cubicBezTo>
                  <a:moveTo>
                    <a:pt x="8422" y="8135"/>
                  </a:moveTo>
                  <a:lnTo>
                    <a:pt x="11926" y="11638"/>
                  </a:lnTo>
                  <a:cubicBezTo>
                    <a:pt x="12015" y="11727"/>
                    <a:pt x="12138" y="11782"/>
                    <a:pt x="12273" y="11782"/>
                  </a:cubicBezTo>
                  <a:cubicBezTo>
                    <a:pt x="12408" y="11782"/>
                    <a:pt x="12531" y="11727"/>
                    <a:pt x="12620" y="11638"/>
                  </a:cubicBezTo>
                  <a:lnTo>
                    <a:pt x="14183" y="10075"/>
                  </a:lnTo>
                  <a:lnTo>
                    <a:pt x="16200" y="12764"/>
                  </a:lnTo>
                  <a:lnTo>
                    <a:pt x="5336" y="12764"/>
                  </a:lnTo>
                  <a:cubicBezTo>
                    <a:pt x="5336" y="12764"/>
                    <a:pt x="8422" y="8135"/>
                    <a:pt x="8422" y="8135"/>
                  </a:cubicBezTo>
                  <a:close/>
                  <a:moveTo>
                    <a:pt x="4418" y="13745"/>
                  </a:moveTo>
                  <a:lnTo>
                    <a:pt x="17182" y="13745"/>
                  </a:lnTo>
                  <a:cubicBezTo>
                    <a:pt x="17453" y="13745"/>
                    <a:pt x="17673" y="13526"/>
                    <a:pt x="17673" y="13255"/>
                  </a:cubicBezTo>
                  <a:cubicBezTo>
                    <a:pt x="17673" y="13144"/>
                    <a:pt x="17630" y="13047"/>
                    <a:pt x="17568" y="12965"/>
                  </a:cubicBezTo>
                  <a:lnTo>
                    <a:pt x="17575" y="12960"/>
                  </a:lnTo>
                  <a:lnTo>
                    <a:pt x="14629" y="9033"/>
                  </a:lnTo>
                  <a:lnTo>
                    <a:pt x="14622" y="9038"/>
                  </a:lnTo>
                  <a:cubicBezTo>
                    <a:pt x="14533" y="8919"/>
                    <a:pt x="14397" y="8836"/>
                    <a:pt x="14236" y="8836"/>
                  </a:cubicBezTo>
                  <a:cubicBezTo>
                    <a:pt x="14101" y="8836"/>
                    <a:pt x="13978" y="8891"/>
                    <a:pt x="13889" y="8980"/>
                  </a:cubicBezTo>
                  <a:lnTo>
                    <a:pt x="12273" y="10597"/>
                  </a:lnTo>
                  <a:lnTo>
                    <a:pt x="8693" y="7017"/>
                  </a:lnTo>
                  <a:cubicBezTo>
                    <a:pt x="8604" y="6928"/>
                    <a:pt x="8481" y="6873"/>
                    <a:pt x="8345" y="6873"/>
                  </a:cubicBezTo>
                  <a:cubicBezTo>
                    <a:pt x="8175" y="6873"/>
                    <a:pt x="8033" y="6965"/>
                    <a:pt x="7945" y="7097"/>
                  </a:cubicBezTo>
                  <a:lnTo>
                    <a:pt x="7937" y="7091"/>
                  </a:lnTo>
                  <a:lnTo>
                    <a:pt x="4010" y="12982"/>
                  </a:lnTo>
                  <a:lnTo>
                    <a:pt x="4017" y="12988"/>
                  </a:lnTo>
                  <a:cubicBezTo>
                    <a:pt x="3965" y="13066"/>
                    <a:pt x="3927" y="13154"/>
                    <a:pt x="3927" y="13255"/>
                  </a:cubicBezTo>
                  <a:cubicBezTo>
                    <a:pt x="3927" y="13526"/>
                    <a:pt x="4147" y="13745"/>
                    <a:pt x="4418" y="1374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275" tIns="14275" rIns="14275" bIns="1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5">
                <a:solidFill>
                  <a:srgbClr val="C3C3C3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4" name="Shape;4573;p519"/>
            <p:cNvSpPr/>
            <p:nvPr/>
          </p:nvSpPr>
          <p:spPr>
            <a:xfrm>
              <a:off x="3316357" y="4878707"/>
              <a:ext cx="533079" cy="513039"/>
            </a:xfrm>
            <a:custGeom>
              <a:avLst/>
              <a:gdLst/>
              <a:ahLst/>
              <a:cxnLst/>
              <a:rect l="l" t="t" r="r" b="b"/>
              <a:pathLst>
                <a:path w="263" h="256" extrusionOk="0">
                  <a:moveTo>
                    <a:pt x="235" y="21"/>
                  </a:moveTo>
                  <a:cubicBezTo>
                    <a:pt x="222" y="8"/>
                    <a:pt x="205" y="0"/>
                    <a:pt x="188" y="0"/>
                  </a:cubicBezTo>
                  <a:cubicBezTo>
                    <a:pt x="173" y="0"/>
                    <a:pt x="160" y="5"/>
                    <a:pt x="150" y="15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54"/>
                    <a:pt x="111" y="54"/>
                    <a:pt x="111" y="55"/>
                  </a:cubicBezTo>
                  <a:cubicBezTo>
                    <a:pt x="111" y="55"/>
                    <a:pt x="111" y="55"/>
                    <a:pt x="111" y="55"/>
                  </a:cubicBezTo>
                  <a:cubicBezTo>
                    <a:pt x="111" y="55"/>
                    <a:pt x="111" y="55"/>
                    <a:pt x="111" y="55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24" y="142"/>
                    <a:pt x="22" y="147"/>
                    <a:pt x="20" y="152"/>
                  </a:cubicBezTo>
                  <a:cubicBezTo>
                    <a:pt x="1" y="220"/>
                    <a:pt x="1" y="220"/>
                    <a:pt x="1" y="220"/>
                  </a:cubicBezTo>
                  <a:cubicBezTo>
                    <a:pt x="1" y="220"/>
                    <a:pt x="0" y="225"/>
                    <a:pt x="0" y="228"/>
                  </a:cubicBezTo>
                  <a:cubicBezTo>
                    <a:pt x="0" y="243"/>
                    <a:pt x="13" y="256"/>
                    <a:pt x="28" y="256"/>
                  </a:cubicBezTo>
                  <a:cubicBezTo>
                    <a:pt x="31" y="256"/>
                    <a:pt x="37" y="255"/>
                    <a:pt x="37" y="255"/>
                  </a:cubicBezTo>
                  <a:cubicBezTo>
                    <a:pt x="105" y="237"/>
                    <a:pt x="105" y="237"/>
                    <a:pt x="105" y="237"/>
                  </a:cubicBezTo>
                  <a:cubicBezTo>
                    <a:pt x="110" y="235"/>
                    <a:pt x="115" y="232"/>
                    <a:pt x="119" y="229"/>
                  </a:cubicBezTo>
                  <a:cubicBezTo>
                    <a:pt x="241" y="105"/>
                    <a:pt x="241" y="105"/>
                    <a:pt x="241" y="105"/>
                  </a:cubicBezTo>
                  <a:cubicBezTo>
                    <a:pt x="263" y="83"/>
                    <a:pt x="261" y="46"/>
                    <a:pt x="235" y="21"/>
                  </a:cubicBezTo>
                  <a:close/>
                  <a:moveTo>
                    <a:pt x="128" y="190"/>
                  </a:moveTo>
                  <a:cubicBezTo>
                    <a:pt x="127" y="183"/>
                    <a:pt x="125" y="176"/>
                    <a:pt x="122" y="169"/>
                  </a:cubicBezTo>
                  <a:cubicBezTo>
                    <a:pt x="198" y="94"/>
                    <a:pt x="198" y="94"/>
                    <a:pt x="198" y="94"/>
                  </a:cubicBezTo>
                  <a:cubicBezTo>
                    <a:pt x="203" y="108"/>
                    <a:pt x="200" y="12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28" y="196"/>
                    <a:pt x="128" y="196"/>
                    <a:pt x="128" y="196"/>
                  </a:cubicBezTo>
                  <a:cubicBezTo>
                    <a:pt x="128" y="194"/>
                    <a:pt x="128" y="192"/>
                    <a:pt x="128" y="190"/>
                  </a:cubicBezTo>
                  <a:close/>
                  <a:moveTo>
                    <a:pt x="118" y="162"/>
                  </a:moveTo>
                  <a:cubicBezTo>
                    <a:pt x="115" y="157"/>
                    <a:pt x="112" y="152"/>
                    <a:pt x="108" y="148"/>
                  </a:cubicBezTo>
                  <a:cubicBezTo>
                    <a:pt x="103" y="143"/>
                    <a:pt x="97" y="140"/>
                    <a:pt x="91" y="136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74" y="63"/>
                    <a:pt x="179" y="66"/>
                    <a:pt x="184" y="72"/>
                  </a:cubicBezTo>
                  <a:cubicBezTo>
                    <a:pt x="189" y="76"/>
                    <a:pt x="192" y="81"/>
                    <a:pt x="195" y="86"/>
                  </a:cubicBezTo>
                  <a:lnTo>
                    <a:pt x="118" y="162"/>
                  </a:lnTo>
                  <a:close/>
                  <a:moveTo>
                    <a:pt x="84" y="133"/>
                  </a:moveTo>
                  <a:cubicBezTo>
                    <a:pt x="76" y="130"/>
                    <a:pt x="69" y="128"/>
                    <a:pt x="61" y="128"/>
                  </a:cubicBezTo>
                  <a:cubicBezTo>
                    <a:pt x="123" y="66"/>
                    <a:pt x="123" y="66"/>
                    <a:pt x="123" y="66"/>
                  </a:cubicBezTo>
                  <a:cubicBezTo>
                    <a:pt x="132" y="56"/>
                    <a:pt x="146" y="54"/>
                    <a:pt x="159" y="57"/>
                  </a:cubicBezTo>
                  <a:lnTo>
                    <a:pt x="84" y="133"/>
                  </a:lnTo>
                  <a:close/>
                  <a:moveTo>
                    <a:pt x="33" y="239"/>
                  </a:moveTo>
                  <a:cubicBezTo>
                    <a:pt x="32" y="239"/>
                    <a:pt x="30" y="240"/>
                    <a:pt x="28" y="240"/>
                  </a:cubicBezTo>
                  <a:cubicBezTo>
                    <a:pt x="21" y="240"/>
                    <a:pt x="16" y="235"/>
                    <a:pt x="16" y="228"/>
                  </a:cubicBezTo>
                  <a:cubicBezTo>
                    <a:pt x="16" y="227"/>
                    <a:pt x="17" y="224"/>
                    <a:pt x="17" y="224"/>
                  </a:cubicBezTo>
                  <a:cubicBezTo>
                    <a:pt x="25" y="193"/>
                    <a:pt x="25" y="193"/>
                    <a:pt x="25" y="193"/>
                  </a:cubicBezTo>
                  <a:cubicBezTo>
                    <a:pt x="34" y="193"/>
                    <a:pt x="44" y="196"/>
                    <a:pt x="52" y="204"/>
                  </a:cubicBezTo>
                  <a:cubicBezTo>
                    <a:pt x="60" y="212"/>
                    <a:pt x="64" y="222"/>
                    <a:pt x="63" y="231"/>
                  </a:cubicBezTo>
                  <a:lnTo>
                    <a:pt x="33" y="239"/>
                  </a:lnTo>
                  <a:close/>
                  <a:moveTo>
                    <a:pt x="71" y="229"/>
                  </a:moveTo>
                  <a:cubicBezTo>
                    <a:pt x="71" y="218"/>
                    <a:pt x="66" y="207"/>
                    <a:pt x="58" y="198"/>
                  </a:cubicBezTo>
                  <a:cubicBezTo>
                    <a:pt x="49" y="190"/>
                    <a:pt x="38" y="185"/>
                    <a:pt x="27" y="185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6" y="154"/>
                    <a:pt x="37" y="152"/>
                    <a:pt x="39" y="150"/>
                  </a:cubicBezTo>
                  <a:cubicBezTo>
                    <a:pt x="55" y="139"/>
                    <a:pt x="79" y="142"/>
                    <a:pt x="96" y="160"/>
                  </a:cubicBezTo>
                  <a:cubicBezTo>
                    <a:pt x="115" y="178"/>
                    <a:pt x="117" y="204"/>
                    <a:pt x="103" y="220"/>
                  </a:cubicBezTo>
                  <a:cubicBezTo>
                    <a:pt x="103" y="221"/>
                    <a:pt x="102" y="221"/>
                    <a:pt x="101" y="221"/>
                  </a:cubicBezTo>
                  <a:lnTo>
                    <a:pt x="71" y="229"/>
                  </a:lnTo>
                  <a:close/>
                  <a:moveTo>
                    <a:pt x="230" y="94"/>
                  </a:moveTo>
                  <a:cubicBezTo>
                    <a:pt x="216" y="108"/>
                    <a:pt x="216" y="108"/>
                    <a:pt x="216" y="108"/>
                  </a:cubicBezTo>
                  <a:cubicBezTo>
                    <a:pt x="216" y="106"/>
                    <a:pt x="216" y="104"/>
                    <a:pt x="216" y="102"/>
                  </a:cubicBezTo>
                  <a:cubicBezTo>
                    <a:pt x="215" y="87"/>
                    <a:pt x="207" y="72"/>
                    <a:pt x="196" y="60"/>
                  </a:cubicBezTo>
                  <a:cubicBezTo>
                    <a:pt x="183" y="47"/>
                    <a:pt x="165" y="40"/>
                    <a:pt x="148" y="40"/>
                  </a:cubicBezTo>
                  <a:cubicBezTo>
                    <a:pt x="162" y="26"/>
                    <a:pt x="162" y="26"/>
                    <a:pt x="162" y="26"/>
                  </a:cubicBezTo>
                  <a:cubicBezTo>
                    <a:pt x="168" y="20"/>
                    <a:pt x="177" y="16"/>
                    <a:pt x="188" y="16"/>
                  </a:cubicBezTo>
                  <a:cubicBezTo>
                    <a:pt x="200" y="16"/>
                    <a:pt x="214" y="22"/>
                    <a:pt x="224" y="32"/>
                  </a:cubicBezTo>
                  <a:cubicBezTo>
                    <a:pt x="233" y="41"/>
                    <a:pt x="239" y="53"/>
                    <a:pt x="240" y="65"/>
                  </a:cubicBezTo>
                  <a:cubicBezTo>
                    <a:pt x="241" y="76"/>
                    <a:pt x="237" y="87"/>
                    <a:pt x="230" y="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3C3C3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12" name="组合 11"/>
            <p:cNvGrpSpPr/>
            <p:nvPr/>
          </p:nvGrpSpPr>
          <p:grpSpPr>
            <a:xfrm>
              <a:off x="9271000" y="-1"/>
              <a:ext cx="2921000" cy="3601775"/>
              <a:chOff x="5746998" y="-1"/>
              <a:chExt cx="5561764" cy="6858001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  <p:grpSp>
          <p:nvGrpSpPr>
            <p:cNvPr id="28" name="组合 27"/>
            <p:cNvGrpSpPr/>
            <p:nvPr/>
          </p:nvGrpSpPr>
          <p:grpSpPr>
            <a:xfrm flipH="1" flipV="1">
              <a:off x="0" y="3256225"/>
              <a:ext cx="2921000" cy="3601775"/>
              <a:chOff x="5746998" y="-1"/>
              <a:chExt cx="5561764" cy="6858001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</p:grpSp>
      <p:sp>
        <p:nvSpPr>
          <p:cNvPr id="31" name="矩形 30"/>
          <p:cNvSpPr/>
          <p:nvPr/>
        </p:nvSpPr>
        <p:spPr>
          <a:xfrm>
            <a:off x="1605816" y="3010683"/>
            <a:ext cx="8980369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dirty="0">
                <a:solidFill>
                  <a:srgbClr val="4B4B4C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6600" dirty="0">
              <a:solidFill>
                <a:srgbClr val="4B4B4C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22922" y="4107543"/>
            <a:ext cx="694615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sz="1200" b="0" i="0" u="none" strike="noStrike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demonstrations, lectures, speeches, reports, and more. Most of the time, they're presented before an audience.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636538" y="2002791"/>
            <a:ext cx="918925" cy="918925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02</a:t>
            </a:r>
            <a:endParaRPr lang="en-US" altLang="zh-CN" sz="3200" b="1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Arc 20"/>
          <p:cNvSpPr/>
          <p:nvPr/>
        </p:nvSpPr>
        <p:spPr>
          <a:xfrm rot="12337402">
            <a:off x="1943777" y="3064925"/>
            <a:ext cx="2669490" cy="2669489"/>
          </a:xfrm>
          <a:prstGeom prst="arc">
            <a:avLst>
              <a:gd name="adj1" fmla="val 16200000"/>
              <a:gd name="adj2" fmla="val 19593963"/>
            </a:avLst>
          </a:pr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16195" y="1551733"/>
            <a:ext cx="3124654" cy="3879658"/>
            <a:chOff x="1891366" y="1996387"/>
            <a:chExt cx="3124654" cy="3879658"/>
          </a:xfrm>
        </p:grpSpPr>
        <p:sp>
          <p:nvSpPr>
            <p:cNvPr id="5" name="Oval 2"/>
            <p:cNvSpPr/>
            <p:nvPr/>
          </p:nvSpPr>
          <p:spPr>
            <a:xfrm>
              <a:off x="2835656" y="1996387"/>
              <a:ext cx="1435592" cy="1435592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Oval 3"/>
            <p:cNvSpPr/>
            <p:nvPr/>
          </p:nvSpPr>
          <p:spPr>
            <a:xfrm>
              <a:off x="3630571" y="2992996"/>
              <a:ext cx="1245762" cy="124576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Oval 4"/>
            <p:cNvSpPr/>
            <p:nvPr/>
          </p:nvSpPr>
          <p:spPr>
            <a:xfrm>
              <a:off x="2123792" y="3728589"/>
              <a:ext cx="2147457" cy="21474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Arc 5"/>
            <p:cNvSpPr/>
            <p:nvPr/>
          </p:nvSpPr>
          <p:spPr>
            <a:xfrm rot="12337402">
              <a:off x="2600696" y="2086710"/>
              <a:ext cx="1518802" cy="1518801"/>
            </a:xfrm>
            <a:prstGeom prst="arc">
              <a:avLst>
                <a:gd name="adj1" fmla="val 16200000"/>
                <a:gd name="adj2" fmla="val 19984940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Arc 7"/>
            <p:cNvSpPr/>
            <p:nvPr/>
          </p:nvSpPr>
          <p:spPr>
            <a:xfrm rot="6202690">
              <a:off x="3715480" y="3131135"/>
              <a:ext cx="1300540" cy="1300540"/>
            </a:xfrm>
            <a:prstGeom prst="arc">
              <a:avLst>
                <a:gd name="adj1" fmla="val 16200000"/>
                <a:gd name="adj2" fmla="val 19593963"/>
              </a:avLst>
            </a:prstGeom>
            <a:noFill/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15"/>
            <p:cNvSpPr/>
            <p:nvPr/>
          </p:nvSpPr>
          <p:spPr bwMode="auto">
            <a:xfrm>
              <a:off x="4488705" y="4333715"/>
              <a:ext cx="136026" cy="135816"/>
            </a:xfrm>
            <a:custGeom>
              <a:avLst/>
              <a:gdLst>
                <a:gd name="T0" fmla="*/ 1478 w 1497"/>
                <a:gd name="T1" fmla="*/ 782 h 1497"/>
                <a:gd name="T2" fmla="*/ 782 w 1497"/>
                <a:gd name="T3" fmla="*/ 1478 h 1497"/>
                <a:gd name="T4" fmla="*/ 714 w 1497"/>
                <a:gd name="T5" fmla="*/ 1478 h 1497"/>
                <a:gd name="T6" fmla="*/ 19 w 1497"/>
                <a:gd name="T7" fmla="*/ 782 h 1497"/>
                <a:gd name="T8" fmla="*/ 19 w 1497"/>
                <a:gd name="T9" fmla="*/ 714 h 1497"/>
                <a:gd name="T10" fmla="*/ 714 w 1497"/>
                <a:gd name="T11" fmla="*/ 19 h 1497"/>
                <a:gd name="T12" fmla="*/ 782 w 1497"/>
                <a:gd name="T13" fmla="*/ 19 h 1497"/>
                <a:gd name="T14" fmla="*/ 1478 w 1497"/>
                <a:gd name="T15" fmla="*/ 714 h 1497"/>
                <a:gd name="T16" fmla="*/ 1478 w 1497"/>
                <a:gd name="T17" fmla="*/ 782 h 1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7" h="1497">
                  <a:moveTo>
                    <a:pt x="1478" y="782"/>
                  </a:moveTo>
                  <a:cubicBezTo>
                    <a:pt x="782" y="1478"/>
                    <a:pt x="782" y="1478"/>
                    <a:pt x="782" y="1478"/>
                  </a:cubicBezTo>
                  <a:cubicBezTo>
                    <a:pt x="764" y="1497"/>
                    <a:pt x="733" y="1497"/>
                    <a:pt x="714" y="1478"/>
                  </a:cubicBezTo>
                  <a:cubicBezTo>
                    <a:pt x="19" y="782"/>
                    <a:pt x="19" y="782"/>
                    <a:pt x="19" y="782"/>
                  </a:cubicBezTo>
                  <a:cubicBezTo>
                    <a:pt x="0" y="764"/>
                    <a:pt x="0" y="733"/>
                    <a:pt x="19" y="714"/>
                  </a:cubicBezTo>
                  <a:cubicBezTo>
                    <a:pt x="714" y="19"/>
                    <a:pt x="714" y="19"/>
                    <a:pt x="714" y="19"/>
                  </a:cubicBezTo>
                  <a:cubicBezTo>
                    <a:pt x="733" y="0"/>
                    <a:pt x="764" y="0"/>
                    <a:pt x="782" y="19"/>
                  </a:cubicBezTo>
                  <a:cubicBezTo>
                    <a:pt x="1478" y="714"/>
                    <a:pt x="1478" y="714"/>
                    <a:pt x="1478" y="714"/>
                  </a:cubicBezTo>
                  <a:cubicBezTo>
                    <a:pt x="1497" y="733"/>
                    <a:pt x="1497" y="764"/>
                    <a:pt x="1478" y="7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r>
                <a:rPr lang="en-US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2</a:t>
              </a:r>
              <a:endParaRPr lang="en-US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1" name="Group 9"/>
            <p:cNvGrpSpPr/>
            <p:nvPr/>
          </p:nvGrpSpPr>
          <p:grpSpPr>
            <a:xfrm>
              <a:off x="2548425" y="2810540"/>
              <a:ext cx="568771" cy="805337"/>
              <a:chOff x="1982245" y="2907262"/>
              <a:chExt cx="672769" cy="952590"/>
            </a:xfrm>
            <a:solidFill>
              <a:schemeClr val="accent1"/>
            </a:solidFill>
          </p:grpSpPr>
          <p:sp>
            <p:nvSpPr>
              <p:cNvPr id="37" name="Freeform 15"/>
              <p:cNvSpPr/>
              <p:nvPr/>
            </p:nvSpPr>
            <p:spPr bwMode="auto">
              <a:xfrm>
                <a:off x="1982245" y="2907262"/>
                <a:ext cx="160898" cy="160649"/>
              </a:xfrm>
              <a:custGeom>
                <a:avLst/>
                <a:gdLst>
                  <a:gd name="T0" fmla="*/ 1478 w 1497"/>
                  <a:gd name="T1" fmla="*/ 782 h 1497"/>
                  <a:gd name="T2" fmla="*/ 782 w 1497"/>
                  <a:gd name="T3" fmla="*/ 1478 h 1497"/>
                  <a:gd name="T4" fmla="*/ 714 w 1497"/>
                  <a:gd name="T5" fmla="*/ 1478 h 1497"/>
                  <a:gd name="T6" fmla="*/ 19 w 1497"/>
                  <a:gd name="T7" fmla="*/ 782 h 1497"/>
                  <a:gd name="T8" fmla="*/ 19 w 1497"/>
                  <a:gd name="T9" fmla="*/ 714 h 1497"/>
                  <a:gd name="T10" fmla="*/ 714 w 1497"/>
                  <a:gd name="T11" fmla="*/ 19 h 1497"/>
                  <a:gd name="T12" fmla="*/ 782 w 1497"/>
                  <a:gd name="T13" fmla="*/ 19 h 1497"/>
                  <a:gd name="T14" fmla="*/ 1478 w 1497"/>
                  <a:gd name="T15" fmla="*/ 714 h 1497"/>
                  <a:gd name="T16" fmla="*/ 1478 w 1497"/>
                  <a:gd name="T17" fmla="*/ 782 h 1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97" h="1497">
                    <a:moveTo>
                      <a:pt x="1478" y="782"/>
                    </a:moveTo>
                    <a:cubicBezTo>
                      <a:pt x="782" y="1478"/>
                      <a:pt x="782" y="1478"/>
                      <a:pt x="782" y="1478"/>
                    </a:cubicBezTo>
                    <a:cubicBezTo>
                      <a:pt x="764" y="1497"/>
                      <a:pt x="733" y="1497"/>
                      <a:pt x="714" y="1478"/>
                    </a:cubicBezTo>
                    <a:cubicBezTo>
                      <a:pt x="19" y="782"/>
                      <a:pt x="19" y="782"/>
                      <a:pt x="19" y="782"/>
                    </a:cubicBezTo>
                    <a:cubicBezTo>
                      <a:pt x="0" y="764"/>
                      <a:pt x="0" y="733"/>
                      <a:pt x="19" y="714"/>
                    </a:cubicBezTo>
                    <a:cubicBezTo>
                      <a:pt x="714" y="19"/>
                      <a:pt x="714" y="19"/>
                      <a:pt x="714" y="19"/>
                    </a:cubicBezTo>
                    <a:cubicBezTo>
                      <a:pt x="733" y="0"/>
                      <a:pt x="764" y="0"/>
                      <a:pt x="782" y="19"/>
                    </a:cubicBezTo>
                    <a:cubicBezTo>
                      <a:pt x="1478" y="714"/>
                      <a:pt x="1478" y="714"/>
                      <a:pt x="1478" y="714"/>
                    </a:cubicBezTo>
                    <a:cubicBezTo>
                      <a:pt x="1497" y="733"/>
                      <a:pt x="1497" y="764"/>
                      <a:pt x="1478" y="7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r>
                  <a:rPr lang="en-US" dirty="0">
                    <a:latin typeface="Open Sans" panose="020B0606030504020204" charset="0"/>
                    <a:ea typeface="Open Sans" panose="020B0606030504020204" charset="0"/>
                    <a:cs typeface="+mn-ea"/>
                    <a:sym typeface="Arial" panose="020B0604020202020204" pitchFamily="34" charset="0"/>
                  </a:rPr>
                  <a:t>1</a:t>
                </a:r>
                <a:endParaRPr lang="en-US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15"/>
              <p:cNvSpPr/>
              <p:nvPr/>
            </p:nvSpPr>
            <p:spPr bwMode="auto">
              <a:xfrm>
                <a:off x="2494116" y="3699203"/>
                <a:ext cx="160898" cy="160649"/>
              </a:xfrm>
              <a:custGeom>
                <a:avLst/>
                <a:gdLst>
                  <a:gd name="T0" fmla="*/ 1478 w 1497"/>
                  <a:gd name="T1" fmla="*/ 782 h 1497"/>
                  <a:gd name="T2" fmla="*/ 782 w 1497"/>
                  <a:gd name="T3" fmla="*/ 1478 h 1497"/>
                  <a:gd name="T4" fmla="*/ 714 w 1497"/>
                  <a:gd name="T5" fmla="*/ 1478 h 1497"/>
                  <a:gd name="T6" fmla="*/ 19 w 1497"/>
                  <a:gd name="T7" fmla="*/ 782 h 1497"/>
                  <a:gd name="T8" fmla="*/ 19 w 1497"/>
                  <a:gd name="T9" fmla="*/ 714 h 1497"/>
                  <a:gd name="T10" fmla="*/ 714 w 1497"/>
                  <a:gd name="T11" fmla="*/ 19 h 1497"/>
                  <a:gd name="T12" fmla="*/ 782 w 1497"/>
                  <a:gd name="T13" fmla="*/ 19 h 1497"/>
                  <a:gd name="T14" fmla="*/ 1478 w 1497"/>
                  <a:gd name="T15" fmla="*/ 714 h 1497"/>
                  <a:gd name="T16" fmla="*/ 1478 w 1497"/>
                  <a:gd name="T17" fmla="*/ 782 h 1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97" h="1497">
                    <a:moveTo>
                      <a:pt x="1478" y="782"/>
                    </a:moveTo>
                    <a:cubicBezTo>
                      <a:pt x="782" y="1478"/>
                      <a:pt x="782" y="1478"/>
                      <a:pt x="782" y="1478"/>
                    </a:cubicBezTo>
                    <a:cubicBezTo>
                      <a:pt x="764" y="1497"/>
                      <a:pt x="733" y="1497"/>
                      <a:pt x="714" y="1478"/>
                    </a:cubicBezTo>
                    <a:cubicBezTo>
                      <a:pt x="19" y="782"/>
                      <a:pt x="19" y="782"/>
                      <a:pt x="19" y="782"/>
                    </a:cubicBezTo>
                    <a:cubicBezTo>
                      <a:pt x="0" y="764"/>
                      <a:pt x="0" y="733"/>
                      <a:pt x="19" y="714"/>
                    </a:cubicBezTo>
                    <a:cubicBezTo>
                      <a:pt x="714" y="19"/>
                      <a:pt x="714" y="19"/>
                      <a:pt x="714" y="19"/>
                    </a:cubicBezTo>
                    <a:cubicBezTo>
                      <a:pt x="733" y="0"/>
                      <a:pt x="764" y="0"/>
                      <a:pt x="782" y="19"/>
                    </a:cubicBezTo>
                    <a:cubicBezTo>
                      <a:pt x="1478" y="714"/>
                      <a:pt x="1478" y="714"/>
                      <a:pt x="1478" y="714"/>
                    </a:cubicBezTo>
                    <a:cubicBezTo>
                      <a:pt x="1497" y="733"/>
                      <a:pt x="1497" y="764"/>
                      <a:pt x="1478" y="7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r>
                  <a:rPr lang="en-US" dirty="0">
                    <a:latin typeface="Open Sans" panose="020B0606030504020204" charset="0"/>
                    <a:ea typeface="Open Sans" panose="020B0606030504020204" charset="0"/>
                    <a:cs typeface="+mn-ea"/>
                    <a:sym typeface="Arial" panose="020B0604020202020204" pitchFamily="34" charset="0"/>
                  </a:rPr>
                  <a:t>.</a:t>
                </a:r>
                <a:endParaRPr lang="en-US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2" name="Freeform 15"/>
            <p:cNvSpPr/>
            <p:nvPr/>
          </p:nvSpPr>
          <p:spPr bwMode="auto">
            <a:xfrm>
              <a:off x="1891366" y="4929036"/>
              <a:ext cx="136026" cy="135816"/>
            </a:xfrm>
            <a:custGeom>
              <a:avLst/>
              <a:gdLst>
                <a:gd name="T0" fmla="*/ 1478 w 1497"/>
                <a:gd name="T1" fmla="*/ 782 h 1497"/>
                <a:gd name="T2" fmla="*/ 782 w 1497"/>
                <a:gd name="T3" fmla="*/ 1478 h 1497"/>
                <a:gd name="T4" fmla="*/ 714 w 1497"/>
                <a:gd name="T5" fmla="*/ 1478 h 1497"/>
                <a:gd name="T6" fmla="*/ 19 w 1497"/>
                <a:gd name="T7" fmla="*/ 782 h 1497"/>
                <a:gd name="T8" fmla="*/ 19 w 1497"/>
                <a:gd name="T9" fmla="*/ 714 h 1497"/>
                <a:gd name="T10" fmla="*/ 714 w 1497"/>
                <a:gd name="T11" fmla="*/ 19 h 1497"/>
                <a:gd name="T12" fmla="*/ 782 w 1497"/>
                <a:gd name="T13" fmla="*/ 19 h 1497"/>
                <a:gd name="T14" fmla="*/ 1478 w 1497"/>
                <a:gd name="T15" fmla="*/ 714 h 1497"/>
                <a:gd name="T16" fmla="*/ 1478 w 1497"/>
                <a:gd name="T17" fmla="*/ 782 h 1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7" h="1497">
                  <a:moveTo>
                    <a:pt x="1478" y="782"/>
                  </a:moveTo>
                  <a:cubicBezTo>
                    <a:pt x="782" y="1478"/>
                    <a:pt x="782" y="1478"/>
                    <a:pt x="782" y="1478"/>
                  </a:cubicBezTo>
                  <a:cubicBezTo>
                    <a:pt x="764" y="1497"/>
                    <a:pt x="733" y="1497"/>
                    <a:pt x="714" y="1478"/>
                  </a:cubicBezTo>
                  <a:cubicBezTo>
                    <a:pt x="19" y="782"/>
                    <a:pt x="19" y="782"/>
                    <a:pt x="19" y="782"/>
                  </a:cubicBezTo>
                  <a:cubicBezTo>
                    <a:pt x="0" y="764"/>
                    <a:pt x="0" y="733"/>
                    <a:pt x="19" y="714"/>
                  </a:cubicBezTo>
                  <a:cubicBezTo>
                    <a:pt x="714" y="19"/>
                    <a:pt x="714" y="19"/>
                    <a:pt x="714" y="19"/>
                  </a:cubicBezTo>
                  <a:cubicBezTo>
                    <a:pt x="733" y="0"/>
                    <a:pt x="764" y="0"/>
                    <a:pt x="782" y="19"/>
                  </a:cubicBezTo>
                  <a:cubicBezTo>
                    <a:pt x="1478" y="714"/>
                    <a:pt x="1478" y="714"/>
                    <a:pt x="1478" y="714"/>
                  </a:cubicBezTo>
                  <a:cubicBezTo>
                    <a:pt x="1497" y="733"/>
                    <a:pt x="1497" y="764"/>
                    <a:pt x="1478" y="7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r>
                <a:rPr lang="en-US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3</a:t>
              </a:r>
              <a:endParaRPr lang="en-US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3" name="Group 22"/>
            <p:cNvGrpSpPr/>
            <p:nvPr/>
          </p:nvGrpSpPr>
          <p:grpSpPr>
            <a:xfrm>
              <a:off x="4065045" y="3440022"/>
              <a:ext cx="441653" cy="371069"/>
              <a:chOff x="3457575" y="4716463"/>
              <a:chExt cx="347663" cy="292100"/>
            </a:xfrm>
            <a:solidFill>
              <a:schemeClr val="bg1"/>
            </a:solidFill>
          </p:grpSpPr>
          <p:sp>
            <p:nvSpPr>
              <p:cNvPr id="35" name="Freeform 12"/>
              <p:cNvSpPr>
                <a:spLocks noEditPoints="1"/>
              </p:cNvSpPr>
              <p:nvPr/>
            </p:nvSpPr>
            <p:spPr bwMode="auto">
              <a:xfrm>
                <a:off x="3457575" y="4716463"/>
                <a:ext cx="347663" cy="292100"/>
              </a:xfrm>
              <a:custGeom>
                <a:avLst/>
                <a:gdLst>
                  <a:gd name="T0" fmla="*/ 111 w 127"/>
                  <a:gd name="T1" fmla="*/ 34 h 107"/>
                  <a:gd name="T2" fmla="*/ 111 w 127"/>
                  <a:gd name="T3" fmla="*/ 18 h 107"/>
                  <a:gd name="T4" fmla="*/ 107 w 127"/>
                  <a:gd name="T5" fmla="*/ 14 h 107"/>
                  <a:gd name="T6" fmla="*/ 67 w 127"/>
                  <a:gd name="T7" fmla="*/ 14 h 107"/>
                  <a:gd name="T8" fmla="*/ 64 w 127"/>
                  <a:gd name="T9" fmla="*/ 4 h 107"/>
                  <a:gd name="T10" fmla="*/ 53 w 127"/>
                  <a:gd name="T11" fmla="*/ 0 h 107"/>
                  <a:gd name="T12" fmla="*/ 42 w 127"/>
                  <a:gd name="T13" fmla="*/ 4 h 107"/>
                  <a:gd name="T14" fmla="*/ 38 w 127"/>
                  <a:gd name="T15" fmla="*/ 14 h 107"/>
                  <a:gd name="T16" fmla="*/ 3 w 127"/>
                  <a:gd name="T17" fmla="*/ 14 h 107"/>
                  <a:gd name="T18" fmla="*/ 0 w 127"/>
                  <a:gd name="T19" fmla="*/ 18 h 107"/>
                  <a:gd name="T20" fmla="*/ 0 w 127"/>
                  <a:gd name="T21" fmla="*/ 48 h 107"/>
                  <a:gd name="T22" fmla="*/ 21 w 127"/>
                  <a:gd name="T23" fmla="*/ 48 h 107"/>
                  <a:gd name="T24" fmla="*/ 24 w 127"/>
                  <a:gd name="T25" fmla="*/ 46 h 107"/>
                  <a:gd name="T26" fmla="*/ 26 w 127"/>
                  <a:gd name="T27" fmla="*/ 48 h 107"/>
                  <a:gd name="T28" fmla="*/ 51 w 127"/>
                  <a:gd name="T29" fmla="*/ 48 h 107"/>
                  <a:gd name="T30" fmla="*/ 50 w 127"/>
                  <a:gd name="T31" fmla="*/ 51 h 107"/>
                  <a:gd name="T32" fmla="*/ 27 w 127"/>
                  <a:gd name="T33" fmla="*/ 51 h 107"/>
                  <a:gd name="T34" fmla="*/ 27 w 127"/>
                  <a:gd name="T35" fmla="*/ 54 h 107"/>
                  <a:gd name="T36" fmla="*/ 24 w 127"/>
                  <a:gd name="T37" fmla="*/ 57 h 107"/>
                  <a:gd name="T38" fmla="*/ 21 w 127"/>
                  <a:gd name="T39" fmla="*/ 54 h 107"/>
                  <a:gd name="T40" fmla="*/ 21 w 127"/>
                  <a:gd name="T41" fmla="*/ 51 h 107"/>
                  <a:gd name="T42" fmla="*/ 0 w 127"/>
                  <a:gd name="T43" fmla="*/ 51 h 107"/>
                  <a:gd name="T44" fmla="*/ 0 w 127"/>
                  <a:gd name="T45" fmla="*/ 91 h 107"/>
                  <a:gd name="T46" fmla="*/ 3 w 127"/>
                  <a:gd name="T47" fmla="*/ 95 h 107"/>
                  <a:gd name="T48" fmla="*/ 58 w 127"/>
                  <a:gd name="T49" fmla="*/ 95 h 107"/>
                  <a:gd name="T50" fmla="*/ 87 w 127"/>
                  <a:gd name="T51" fmla="*/ 107 h 107"/>
                  <a:gd name="T52" fmla="*/ 127 w 127"/>
                  <a:gd name="T53" fmla="*/ 67 h 107"/>
                  <a:gd name="T54" fmla="*/ 111 w 127"/>
                  <a:gd name="T55" fmla="*/ 34 h 107"/>
                  <a:gd name="T56" fmla="*/ 46 w 127"/>
                  <a:gd name="T57" fmla="*/ 8 h 107"/>
                  <a:gd name="T58" fmla="*/ 53 w 127"/>
                  <a:gd name="T59" fmla="*/ 5 h 107"/>
                  <a:gd name="T60" fmla="*/ 60 w 127"/>
                  <a:gd name="T61" fmla="*/ 8 h 107"/>
                  <a:gd name="T62" fmla="*/ 62 w 127"/>
                  <a:gd name="T63" fmla="*/ 14 h 107"/>
                  <a:gd name="T64" fmla="*/ 43 w 127"/>
                  <a:gd name="T65" fmla="*/ 14 h 107"/>
                  <a:gd name="T66" fmla="*/ 46 w 127"/>
                  <a:gd name="T67" fmla="*/ 8 h 107"/>
                  <a:gd name="T68" fmla="*/ 87 w 127"/>
                  <a:gd name="T69" fmla="*/ 98 h 107"/>
                  <a:gd name="T70" fmla="*/ 55 w 127"/>
                  <a:gd name="T71" fmla="*/ 67 h 107"/>
                  <a:gd name="T72" fmla="*/ 64 w 127"/>
                  <a:gd name="T73" fmla="*/ 44 h 107"/>
                  <a:gd name="T74" fmla="*/ 64 w 127"/>
                  <a:gd name="T75" fmla="*/ 44 h 107"/>
                  <a:gd name="T76" fmla="*/ 64 w 127"/>
                  <a:gd name="T77" fmla="*/ 44 h 107"/>
                  <a:gd name="T78" fmla="*/ 87 w 127"/>
                  <a:gd name="T79" fmla="*/ 35 h 107"/>
                  <a:gd name="T80" fmla="*/ 119 w 127"/>
                  <a:gd name="T81" fmla="*/ 67 h 107"/>
                  <a:gd name="T82" fmla="*/ 87 w 127"/>
                  <a:gd name="T83" fmla="*/ 98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27" h="107">
                    <a:moveTo>
                      <a:pt x="111" y="34"/>
                    </a:move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6"/>
                      <a:pt x="109" y="14"/>
                      <a:pt x="107" y="14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1"/>
                      <a:pt x="66" y="7"/>
                      <a:pt x="64" y="4"/>
                    </a:cubicBezTo>
                    <a:cubicBezTo>
                      <a:pt x="61" y="1"/>
                      <a:pt x="58" y="0"/>
                      <a:pt x="53" y="0"/>
                    </a:cubicBezTo>
                    <a:cubicBezTo>
                      <a:pt x="48" y="0"/>
                      <a:pt x="44" y="1"/>
                      <a:pt x="42" y="4"/>
                    </a:cubicBezTo>
                    <a:cubicBezTo>
                      <a:pt x="39" y="7"/>
                      <a:pt x="38" y="11"/>
                      <a:pt x="38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1" y="14"/>
                      <a:pt x="0" y="16"/>
                      <a:pt x="0" y="1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2" y="47"/>
                      <a:pt x="23" y="46"/>
                      <a:pt x="24" y="46"/>
                    </a:cubicBezTo>
                    <a:cubicBezTo>
                      <a:pt x="25" y="46"/>
                      <a:pt x="26" y="47"/>
                      <a:pt x="26" y="48"/>
                    </a:cubicBezTo>
                    <a:cubicBezTo>
                      <a:pt x="51" y="48"/>
                      <a:pt x="51" y="48"/>
                      <a:pt x="51" y="48"/>
                    </a:cubicBezTo>
                    <a:cubicBezTo>
                      <a:pt x="50" y="49"/>
                      <a:pt x="50" y="50"/>
                      <a:pt x="50" y="51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7" y="56"/>
                      <a:pt x="25" y="57"/>
                      <a:pt x="24" y="57"/>
                    </a:cubicBezTo>
                    <a:cubicBezTo>
                      <a:pt x="22" y="57"/>
                      <a:pt x="21" y="56"/>
                      <a:pt x="21" y="54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3"/>
                      <a:pt x="1" y="95"/>
                      <a:pt x="3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66" y="102"/>
                      <a:pt x="76" y="107"/>
                      <a:pt x="87" y="107"/>
                    </a:cubicBezTo>
                    <a:cubicBezTo>
                      <a:pt x="109" y="107"/>
                      <a:pt x="127" y="89"/>
                      <a:pt x="127" y="67"/>
                    </a:cubicBezTo>
                    <a:cubicBezTo>
                      <a:pt x="127" y="53"/>
                      <a:pt x="121" y="42"/>
                      <a:pt x="111" y="34"/>
                    </a:cubicBezTo>
                    <a:close/>
                    <a:moveTo>
                      <a:pt x="46" y="8"/>
                    </a:moveTo>
                    <a:cubicBezTo>
                      <a:pt x="47" y="6"/>
                      <a:pt x="50" y="5"/>
                      <a:pt x="53" y="5"/>
                    </a:cubicBezTo>
                    <a:cubicBezTo>
                      <a:pt x="56" y="5"/>
                      <a:pt x="58" y="6"/>
                      <a:pt x="60" y="8"/>
                    </a:cubicBezTo>
                    <a:cubicBezTo>
                      <a:pt x="61" y="9"/>
                      <a:pt x="62" y="12"/>
                      <a:pt x="62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2"/>
                      <a:pt x="44" y="10"/>
                      <a:pt x="46" y="8"/>
                    </a:cubicBezTo>
                    <a:close/>
                    <a:moveTo>
                      <a:pt x="87" y="98"/>
                    </a:moveTo>
                    <a:cubicBezTo>
                      <a:pt x="69" y="98"/>
                      <a:pt x="55" y="84"/>
                      <a:pt x="55" y="67"/>
                    </a:cubicBezTo>
                    <a:cubicBezTo>
                      <a:pt x="55" y="58"/>
                      <a:pt x="58" y="50"/>
                      <a:pt x="64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70" y="39"/>
                      <a:pt x="78" y="35"/>
                      <a:pt x="87" y="35"/>
                    </a:cubicBezTo>
                    <a:cubicBezTo>
                      <a:pt x="104" y="35"/>
                      <a:pt x="119" y="49"/>
                      <a:pt x="119" y="67"/>
                    </a:cubicBezTo>
                    <a:cubicBezTo>
                      <a:pt x="119" y="84"/>
                      <a:pt x="104" y="98"/>
                      <a:pt x="87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13"/>
              <p:cNvSpPr>
                <a:spLocks noEditPoints="1"/>
              </p:cNvSpPr>
              <p:nvPr/>
            </p:nvSpPr>
            <p:spPr bwMode="auto">
              <a:xfrm>
                <a:off x="3660775" y="4833938"/>
                <a:ext cx="69850" cy="130175"/>
              </a:xfrm>
              <a:custGeom>
                <a:avLst/>
                <a:gdLst>
                  <a:gd name="T0" fmla="*/ 23 w 26"/>
                  <a:gd name="T1" fmla="*/ 24 h 48"/>
                  <a:gd name="T2" fmla="*/ 19 w 26"/>
                  <a:gd name="T3" fmla="*/ 22 h 48"/>
                  <a:gd name="T4" fmla="*/ 15 w 26"/>
                  <a:gd name="T5" fmla="*/ 20 h 48"/>
                  <a:gd name="T6" fmla="*/ 15 w 26"/>
                  <a:gd name="T7" fmla="*/ 7 h 48"/>
                  <a:gd name="T8" fmla="*/ 18 w 26"/>
                  <a:gd name="T9" fmla="*/ 8 h 48"/>
                  <a:gd name="T10" fmla="*/ 20 w 26"/>
                  <a:gd name="T11" fmla="*/ 13 h 48"/>
                  <a:gd name="T12" fmla="*/ 25 w 26"/>
                  <a:gd name="T13" fmla="*/ 12 h 48"/>
                  <a:gd name="T14" fmla="*/ 21 w 26"/>
                  <a:gd name="T15" fmla="*/ 5 h 48"/>
                  <a:gd name="T16" fmla="*/ 15 w 26"/>
                  <a:gd name="T17" fmla="*/ 3 h 48"/>
                  <a:gd name="T18" fmla="*/ 15 w 26"/>
                  <a:gd name="T19" fmla="*/ 0 h 48"/>
                  <a:gd name="T20" fmla="*/ 12 w 26"/>
                  <a:gd name="T21" fmla="*/ 0 h 48"/>
                  <a:gd name="T22" fmla="*/ 12 w 26"/>
                  <a:gd name="T23" fmla="*/ 3 h 48"/>
                  <a:gd name="T24" fmla="*/ 5 w 26"/>
                  <a:gd name="T25" fmla="*/ 5 h 48"/>
                  <a:gd name="T26" fmla="*/ 1 w 26"/>
                  <a:gd name="T27" fmla="*/ 13 h 48"/>
                  <a:gd name="T28" fmla="*/ 2 w 26"/>
                  <a:gd name="T29" fmla="*/ 18 h 48"/>
                  <a:gd name="T30" fmla="*/ 6 w 26"/>
                  <a:gd name="T31" fmla="*/ 22 h 48"/>
                  <a:gd name="T32" fmla="*/ 12 w 26"/>
                  <a:gd name="T33" fmla="*/ 24 h 48"/>
                  <a:gd name="T34" fmla="*/ 12 w 26"/>
                  <a:gd name="T35" fmla="*/ 39 h 48"/>
                  <a:gd name="T36" fmla="*/ 7 w 26"/>
                  <a:gd name="T37" fmla="*/ 36 h 48"/>
                  <a:gd name="T38" fmla="*/ 5 w 26"/>
                  <a:gd name="T39" fmla="*/ 31 h 48"/>
                  <a:gd name="T40" fmla="*/ 0 w 26"/>
                  <a:gd name="T41" fmla="*/ 32 h 48"/>
                  <a:gd name="T42" fmla="*/ 2 w 26"/>
                  <a:gd name="T43" fmla="*/ 38 h 48"/>
                  <a:gd name="T44" fmla="*/ 6 w 26"/>
                  <a:gd name="T45" fmla="*/ 41 h 48"/>
                  <a:gd name="T46" fmla="*/ 12 w 26"/>
                  <a:gd name="T47" fmla="*/ 43 h 48"/>
                  <a:gd name="T48" fmla="*/ 12 w 26"/>
                  <a:gd name="T49" fmla="*/ 48 h 48"/>
                  <a:gd name="T50" fmla="*/ 15 w 26"/>
                  <a:gd name="T51" fmla="*/ 48 h 48"/>
                  <a:gd name="T52" fmla="*/ 15 w 26"/>
                  <a:gd name="T53" fmla="*/ 43 h 48"/>
                  <a:gd name="T54" fmla="*/ 23 w 26"/>
                  <a:gd name="T55" fmla="*/ 39 h 48"/>
                  <a:gd name="T56" fmla="*/ 26 w 26"/>
                  <a:gd name="T57" fmla="*/ 31 h 48"/>
                  <a:gd name="T58" fmla="*/ 25 w 26"/>
                  <a:gd name="T59" fmla="*/ 27 h 48"/>
                  <a:gd name="T60" fmla="*/ 23 w 26"/>
                  <a:gd name="T61" fmla="*/ 24 h 48"/>
                  <a:gd name="T62" fmla="*/ 12 w 26"/>
                  <a:gd name="T63" fmla="*/ 20 h 48"/>
                  <a:gd name="T64" fmla="*/ 7 w 26"/>
                  <a:gd name="T65" fmla="*/ 17 h 48"/>
                  <a:gd name="T66" fmla="*/ 6 w 26"/>
                  <a:gd name="T67" fmla="*/ 13 h 48"/>
                  <a:gd name="T68" fmla="*/ 7 w 26"/>
                  <a:gd name="T69" fmla="*/ 9 h 48"/>
                  <a:gd name="T70" fmla="*/ 12 w 26"/>
                  <a:gd name="T71" fmla="*/ 6 h 48"/>
                  <a:gd name="T72" fmla="*/ 12 w 26"/>
                  <a:gd name="T73" fmla="*/ 20 h 48"/>
                  <a:gd name="T74" fmla="*/ 19 w 26"/>
                  <a:gd name="T75" fmla="*/ 37 h 48"/>
                  <a:gd name="T76" fmla="*/ 15 w 26"/>
                  <a:gd name="T77" fmla="*/ 39 h 48"/>
                  <a:gd name="T78" fmla="*/ 15 w 26"/>
                  <a:gd name="T79" fmla="*/ 25 h 48"/>
                  <a:gd name="T80" fmla="*/ 20 w 26"/>
                  <a:gd name="T81" fmla="*/ 27 h 48"/>
                  <a:gd name="T82" fmla="*/ 21 w 26"/>
                  <a:gd name="T83" fmla="*/ 32 h 48"/>
                  <a:gd name="T84" fmla="*/ 19 w 26"/>
                  <a:gd name="T8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" h="48">
                    <a:moveTo>
                      <a:pt x="23" y="24"/>
                    </a:moveTo>
                    <a:cubicBezTo>
                      <a:pt x="22" y="23"/>
                      <a:pt x="21" y="22"/>
                      <a:pt x="19" y="22"/>
                    </a:cubicBezTo>
                    <a:cubicBezTo>
                      <a:pt x="19" y="21"/>
                      <a:pt x="17" y="21"/>
                      <a:pt x="15" y="20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6" y="7"/>
                      <a:pt x="17" y="7"/>
                      <a:pt x="18" y="8"/>
                    </a:cubicBezTo>
                    <a:cubicBezTo>
                      <a:pt x="19" y="9"/>
                      <a:pt x="20" y="11"/>
                      <a:pt x="20" y="13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5" y="9"/>
                      <a:pt x="23" y="7"/>
                      <a:pt x="21" y="5"/>
                    </a:cubicBezTo>
                    <a:cubicBezTo>
                      <a:pt x="20" y="4"/>
                      <a:pt x="17" y="3"/>
                      <a:pt x="15" y="3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9" y="3"/>
                      <a:pt x="6" y="4"/>
                      <a:pt x="5" y="5"/>
                    </a:cubicBezTo>
                    <a:cubicBezTo>
                      <a:pt x="2" y="7"/>
                      <a:pt x="1" y="10"/>
                      <a:pt x="1" y="13"/>
                    </a:cubicBezTo>
                    <a:cubicBezTo>
                      <a:pt x="1" y="15"/>
                      <a:pt x="2" y="17"/>
                      <a:pt x="2" y="18"/>
                    </a:cubicBezTo>
                    <a:cubicBezTo>
                      <a:pt x="3" y="20"/>
                      <a:pt x="4" y="21"/>
                      <a:pt x="6" y="22"/>
                    </a:cubicBezTo>
                    <a:cubicBezTo>
                      <a:pt x="8" y="23"/>
                      <a:pt x="10" y="24"/>
                      <a:pt x="12" y="2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0" y="39"/>
                      <a:pt x="8" y="38"/>
                      <a:pt x="7" y="36"/>
                    </a:cubicBezTo>
                    <a:cubicBezTo>
                      <a:pt x="6" y="35"/>
                      <a:pt x="5" y="33"/>
                      <a:pt x="5" y="31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1" y="36"/>
                      <a:pt x="2" y="38"/>
                    </a:cubicBezTo>
                    <a:cubicBezTo>
                      <a:pt x="3" y="39"/>
                      <a:pt x="5" y="41"/>
                      <a:pt x="6" y="41"/>
                    </a:cubicBezTo>
                    <a:cubicBezTo>
                      <a:pt x="8" y="42"/>
                      <a:pt x="9" y="43"/>
                      <a:pt x="12" y="43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8" y="43"/>
                      <a:pt x="21" y="42"/>
                      <a:pt x="23" y="39"/>
                    </a:cubicBezTo>
                    <a:cubicBezTo>
                      <a:pt x="25" y="37"/>
                      <a:pt x="26" y="35"/>
                      <a:pt x="26" y="31"/>
                    </a:cubicBezTo>
                    <a:cubicBezTo>
                      <a:pt x="26" y="30"/>
                      <a:pt x="26" y="28"/>
                      <a:pt x="25" y="27"/>
                    </a:cubicBezTo>
                    <a:cubicBezTo>
                      <a:pt x="25" y="26"/>
                      <a:pt x="24" y="25"/>
                      <a:pt x="23" y="24"/>
                    </a:cubicBezTo>
                    <a:close/>
                    <a:moveTo>
                      <a:pt x="12" y="20"/>
                    </a:moveTo>
                    <a:cubicBezTo>
                      <a:pt x="10" y="19"/>
                      <a:pt x="8" y="18"/>
                      <a:pt x="7" y="17"/>
                    </a:cubicBezTo>
                    <a:cubicBezTo>
                      <a:pt x="6" y="16"/>
                      <a:pt x="6" y="15"/>
                      <a:pt x="6" y="13"/>
                    </a:cubicBezTo>
                    <a:cubicBezTo>
                      <a:pt x="6" y="11"/>
                      <a:pt x="6" y="10"/>
                      <a:pt x="7" y="9"/>
                    </a:cubicBezTo>
                    <a:cubicBezTo>
                      <a:pt x="9" y="7"/>
                      <a:pt x="10" y="7"/>
                      <a:pt x="12" y="6"/>
                    </a:cubicBezTo>
                    <a:lnTo>
                      <a:pt x="12" y="20"/>
                    </a:lnTo>
                    <a:close/>
                    <a:moveTo>
                      <a:pt x="19" y="37"/>
                    </a:moveTo>
                    <a:cubicBezTo>
                      <a:pt x="18" y="38"/>
                      <a:pt x="17" y="39"/>
                      <a:pt x="15" y="39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7" y="26"/>
                      <a:pt x="19" y="26"/>
                      <a:pt x="20" y="27"/>
                    </a:cubicBezTo>
                    <a:cubicBezTo>
                      <a:pt x="21" y="29"/>
                      <a:pt x="21" y="30"/>
                      <a:pt x="21" y="32"/>
                    </a:cubicBezTo>
                    <a:cubicBezTo>
                      <a:pt x="21" y="34"/>
                      <a:pt x="21" y="35"/>
                      <a:pt x="19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4" name="Group 25"/>
            <p:cNvGrpSpPr/>
            <p:nvPr/>
          </p:nvGrpSpPr>
          <p:grpSpPr>
            <a:xfrm>
              <a:off x="3374430" y="2494838"/>
              <a:ext cx="385186" cy="338802"/>
              <a:chOff x="4748213" y="4727576"/>
              <a:chExt cx="303213" cy="266700"/>
            </a:xfrm>
            <a:solidFill>
              <a:schemeClr val="bg1"/>
            </a:solidFill>
          </p:grpSpPr>
          <p:sp>
            <p:nvSpPr>
              <p:cNvPr id="23" name="Freeform 14"/>
              <p:cNvSpPr/>
              <p:nvPr/>
            </p:nvSpPr>
            <p:spPr bwMode="auto">
              <a:xfrm>
                <a:off x="4748213" y="4833938"/>
                <a:ext cx="146050" cy="100013"/>
              </a:xfrm>
              <a:custGeom>
                <a:avLst/>
                <a:gdLst>
                  <a:gd name="T0" fmla="*/ 52 w 53"/>
                  <a:gd name="T1" fmla="*/ 2 h 37"/>
                  <a:gd name="T2" fmla="*/ 51 w 53"/>
                  <a:gd name="T3" fmla="*/ 2 h 37"/>
                  <a:gd name="T4" fmla="*/ 50 w 53"/>
                  <a:gd name="T5" fmla="*/ 5 h 37"/>
                  <a:gd name="T6" fmla="*/ 50 w 53"/>
                  <a:gd name="T7" fmla="*/ 5 h 37"/>
                  <a:gd name="T8" fmla="*/ 50 w 53"/>
                  <a:gd name="T9" fmla="*/ 6 h 37"/>
                  <a:gd name="T10" fmla="*/ 48 w 53"/>
                  <a:gd name="T11" fmla="*/ 13 h 37"/>
                  <a:gd name="T12" fmla="*/ 27 w 53"/>
                  <a:gd name="T13" fmla="*/ 31 h 37"/>
                  <a:gd name="T14" fmla="*/ 6 w 53"/>
                  <a:gd name="T15" fmla="*/ 11 h 37"/>
                  <a:gd name="T16" fmla="*/ 6 w 53"/>
                  <a:gd name="T17" fmla="*/ 8 h 37"/>
                  <a:gd name="T18" fmla="*/ 2 w 53"/>
                  <a:gd name="T19" fmla="*/ 0 h 37"/>
                  <a:gd name="T20" fmla="*/ 0 w 53"/>
                  <a:gd name="T21" fmla="*/ 11 h 37"/>
                  <a:gd name="T22" fmla="*/ 27 w 53"/>
                  <a:gd name="T23" fmla="*/ 37 h 37"/>
                  <a:gd name="T24" fmla="*/ 53 w 53"/>
                  <a:gd name="T25" fmla="*/ 11 h 37"/>
                  <a:gd name="T26" fmla="*/ 52 w 53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37">
                    <a:moveTo>
                      <a:pt x="52" y="2"/>
                    </a:moveTo>
                    <a:cubicBezTo>
                      <a:pt x="52" y="2"/>
                      <a:pt x="52" y="2"/>
                      <a:pt x="51" y="2"/>
                    </a:cubicBezTo>
                    <a:cubicBezTo>
                      <a:pt x="51" y="3"/>
                      <a:pt x="51" y="4"/>
                      <a:pt x="50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0" y="5"/>
                      <a:pt x="50" y="6"/>
                      <a:pt x="50" y="6"/>
                    </a:cubicBezTo>
                    <a:cubicBezTo>
                      <a:pt x="50" y="8"/>
                      <a:pt x="49" y="11"/>
                      <a:pt x="48" y="13"/>
                    </a:cubicBezTo>
                    <a:cubicBezTo>
                      <a:pt x="47" y="23"/>
                      <a:pt x="38" y="31"/>
                      <a:pt x="27" y="31"/>
                    </a:cubicBezTo>
                    <a:cubicBezTo>
                      <a:pt x="15" y="31"/>
                      <a:pt x="6" y="22"/>
                      <a:pt x="6" y="11"/>
                    </a:cubicBezTo>
                    <a:cubicBezTo>
                      <a:pt x="6" y="10"/>
                      <a:pt x="6" y="9"/>
                      <a:pt x="6" y="8"/>
                    </a:cubicBezTo>
                    <a:cubicBezTo>
                      <a:pt x="4" y="5"/>
                      <a:pt x="3" y="3"/>
                      <a:pt x="2" y="0"/>
                    </a:cubicBezTo>
                    <a:cubicBezTo>
                      <a:pt x="1" y="4"/>
                      <a:pt x="0" y="7"/>
                      <a:pt x="0" y="11"/>
                    </a:cubicBezTo>
                    <a:cubicBezTo>
                      <a:pt x="0" y="25"/>
                      <a:pt x="12" y="37"/>
                      <a:pt x="27" y="37"/>
                    </a:cubicBezTo>
                    <a:cubicBezTo>
                      <a:pt x="41" y="37"/>
                      <a:pt x="53" y="25"/>
                      <a:pt x="53" y="11"/>
                    </a:cubicBezTo>
                    <a:cubicBezTo>
                      <a:pt x="53" y="8"/>
                      <a:pt x="53" y="5"/>
                      <a:pt x="5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15"/>
              <p:cNvSpPr/>
              <p:nvPr/>
            </p:nvSpPr>
            <p:spPr bwMode="auto">
              <a:xfrm>
                <a:off x="4748213" y="4865688"/>
                <a:ext cx="146050" cy="98425"/>
              </a:xfrm>
              <a:custGeom>
                <a:avLst/>
                <a:gdLst>
                  <a:gd name="T0" fmla="*/ 51 w 53"/>
                  <a:gd name="T1" fmla="*/ 1 h 36"/>
                  <a:gd name="T2" fmla="*/ 48 w 53"/>
                  <a:gd name="T3" fmla="*/ 9 h 36"/>
                  <a:gd name="T4" fmla="*/ 48 w 53"/>
                  <a:gd name="T5" fmla="*/ 10 h 36"/>
                  <a:gd name="T6" fmla="*/ 48 w 53"/>
                  <a:gd name="T7" fmla="*/ 11 h 36"/>
                  <a:gd name="T8" fmla="*/ 27 w 53"/>
                  <a:gd name="T9" fmla="*/ 31 h 36"/>
                  <a:gd name="T10" fmla="*/ 6 w 53"/>
                  <a:gd name="T11" fmla="*/ 11 h 36"/>
                  <a:gd name="T12" fmla="*/ 6 w 53"/>
                  <a:gd name="T13" fmla="*/ 9 h 36"/>
                  <a:gd name="T14" fmla="*/ 3 w 53"/>
                  <a:gd name="T15" fmla="*/ 0 h 36"/>
                  <a:gd name="T16" fmla="*/ 0 w 53"/>
                  <a:gd name="T17" fmla="*/ 11 h 36"/>
                  <a:gd name="T18" fmla="*/ 27 w 53"/>
                  <a:gd name="T19" fmla="*/ 36 h 36"/>
                  <a:gd name="T20" fmla="*/ 53 w 53"/>
                  <a:gd name="T21" fmla="*/ 11 h 36"/>
                  <a:gd name="T22" fmla="*/ 51 w 53"/>
                  <a:gd name="T23" fmla="*/ 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" h="36">
                    <a:moveTo>
                      <a:pt x="51" y="1"/>
                    </a:moveTo>
                    <a:cubicBezTo>
                      <a:pt x="51" y="3"/>
                      <a:pt x="49" y="6"/>
                      <a:pt x="48" y="9"/>
                    </a:cubicBezTo>
                    <a:cubicBezTo>
                      <a:pt x="48" y="9"/>
                      <a:pt x="48" y="10"/>
                      <a:pt x="48" y="10"/>
                    </a:cubicBezTo>
                    <a:cubicBezTo>
                      <a:pt x="48" y="10"/>
                      <a:pt x="48" y="11"/>
                      <a:pt x="48" y="11"/>
                    </a:cubicBezTo>
                    <a:cubicBezTo>
                      <a:pt x="48" y="22"/>
                      <a:pt x="38" y="31"/>
                      <a:pt x="27" y="31"/>
                    </a:cubicBezTo>
                    <a:cubicBezTo>
                      <a:pt x="15" y="31"/>
                      <a:pt x="6" y="22"/>
                      <a:pt x="6" y="11"/>
                    </a:cubicBezTo>
                    <a:cubicBezTo>
                      <a:pt x="6" y="10"/>
                      <a:pt x="6" y="9"/>
                      <a:pt x="6" y="9"/>
                    </a:cubicBezTo>
                    <a:cubicBezTo>
                      <a:pt x="4" y="6"/>
                      <a:pt x="3" y="3"/>
                      <a:pt x="3" y="0"/>
                    </a:cubicBezTo>
                    <a:cubicBezTo>
                      <a:pt x="1" y="3"/>
                      <a:pt x="0" y="7"/>
                      <a:pt x="0" y="11"/>
                    </a:cubicBezTo>
                    <a:cubicBezTo>
                      <a:pt x="0" y="25"/>
                      <a:pt x="12" y="36"/>
                      <a:pt x="27" y="36"/>
                    </a:cubicBezTo>
                    <a:cubicBezTo>
                      <a:pt x="41" y="36"/>
                      <a:pt x="53" y="25"/>
                      <a:pt x="53" y="11"/>
                    </a:cubicBezTo>
                    <a:cubicBezTo>
                      <a:pt x="53" y="7"/>
                      <a:pt x="52" y="4"/>
                      <a:pt x="5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16"/>
              <p:cNvSpPr/>
              <p:nvPr/>
            </p:nvSpPr>
            <p:spPr bwMode="auto">
              <a:xfrm>
                <a:off x="4748213" y="4902201"/>
                <a:ext cx="146050" cy="92075"/>
              </a:xfrm>
              <a:custGeom>
                <a:avLst/>
                <a:gdLst>
                  <a:gd name="T0" fmla="*/ 51 w 53"/>
                  <a:gd name="T1" fmla="*/ 0 h 34"/>
                  <a:gd name="T2" fmla="*/ 48 w 53"/>
                  <a:gd name="T3" fmla="*/ 11 h 34"/>
                  <a:gd name="T4" fmla="*/ 47 w 53"/>
                  <a:gd name="T5" fmla="*/ 12 h 34"/>
                  <a:gd name="T6" fmla="*/ 27 w 53"/>
                  <a:gd name="T7" fmla="*/ 29 h 34"/>
                  <a:gd name="T8" fmla="*/ 6 w 53"/>
                  <a:gd name="T9" fmla="*/ 11 h 34"/>
                  <a:gd name="T10" fmla="*/ 4 w 53"/>
                  <a:gd name="T11" fmla="*/ 8 h 34"/>
                  <a:gd name="T12" fmla="*/ 2 w 53"/>
                  <a:gd name="T13" fmla="*/ 6 h 34"/>
                  <a:gd name="T14" fmla="*/ 1 w 53"/>
                  <a:gd name="T15" fmla="*/ 2 h 34"/>
                  <a:gd name="T16" fmla="*/ 0 w 53"/>
                  <a:gd name="T17" fmla="*/ 9 h 34"/>
                  <a:gd name="T18" fmla="*/ 27 w 53"/>
                  <a:gd name="T19" fmla="*/ 34 h 34"/>
                  <a:gd name="T20" fmla="*/ 53 w 53"/>
                  <a:gd name="T21" fmla="*/ 9 h 34"/>
                  <a:gd name="T22" fmla="*/ 51 w 53"/>
                  <a:gd name="T2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" h="34">
                    <a:moveTo>
                      <a:pt x="51" y="0"/>
                    </a:moveTo>
                    <a:cubicBezTo>
                      <a:pt x="52" y="4"/>
                      <a:pt x="51" y="8"/>
                      <a:pt x="48" y="11"/>
                    </a:cubicBezTo>
                    <a:cubicBezTo>
                      <a:pt x="48" y="11"/>
                      <a:pt x="48" y="11"/>
                      <a:pt x="47" y="12"/>
                    </a:cubicBezTo>
                    <a:cubicBezTo>
                      <a:pt x="46" y="21"/>
                      <a:pt x="37" y="29"/>
                      <a:pt x="27" y="29"/>
                    </a:cubicBezTo>
                    <a:cubicBezTo>
                      <a:pt x="16" y="29"/>
                      <a:pt x="7" y="21"/>
                      <a:pt x="6" y="11"/>
                    </a:cubicBezTo>
                    <a:cubicBezTo>
                      <a:pt x="5" y="10"/>
                      <a:pt x="4" y="9"/>
                      <a:pt x="4" y="8"/>
                    </a:cubicBezTo>
                    <a:cubicBezTo>
                      <a:pt x="3" y="7"/>
                      <a:pt x="2" y="7"/>
                      <a:pt x="2" y="6"/>
                    </a:cubicBezTo>
                    <a:cubicBezTo>
                      <a:pt x="2" y="4"/>
                      <a:pt x="2" y="3"/>
                      <a:pt x="1" y="2"/>
                    </a:cubicBezTo>
                    <a:cubicBezTo>
                      <a:pt x="1" y="4"/>
                      <a:pt x="0" y="7"/>
                      <a:pt x="0" y="9"/>
                    </a:cubicBezTo>
                    <a:cubicBezTo>
                      <a:pt x="0" y="23"/>
                      <a:pt x="12" y="34"/>
                      <a:pt x="27" y="34"/>
                    </a:cubicBezTo>
                    <a:cubicBezTo>
                      <a:pt x="41" y="34"/>
                      <a:pt x="53" y="23"/>
                      <a:pt x="53" y="9"/>
                    </a:cubicBezTo>
                    <a:cubicBezTo>
                      <a:pt x="53" y="6"/>
                      <a:pt x="53" y="3"/>
                      <a:pt x="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17"/>
              <p:cNvSpPr>
                <a:spLocks noEditPoints="1"/>
              </p:cNvSpPr>
              <p:nvPr/>
            </p:nvSpPr>
            <p:spPr bwMode="auto">
              <a:xfrm>
                <a:off x="4748213" y="4757738"/>
                <a:ext cx="146050" cy="144463"/>
              </a:xfrm>
              <a:custGeom>
                <a:avLst/>
                <a:gdLst>
                  <a:gd name="T0" fmla="*/ 27 w 53"/>
                  <a:gd name="T1" fmla="*/ 0 h 53"/>
                  <a:gd name="T2" fmla="*/ 0 w 53"/>
                  <a:gd name="T3" fmla="*/ 27 h 53"/>
                  <a:gd name="T4" fmla="*/ 27 w 53"/>
                  <a:gd name="T5" fmla="*/ 53 h 53"/>
                  <a:gd name="T6" fmla="*/ 53 w 53"/>
                  <a:gd name="T7" fmla="*/ 27 h 53"/>
                  <a:gd name="T8" fmla="*/ 27 w 53"/>
                  <a:gd name="T9" fmla="*/ 0 h 53"/>
                  <a:gd name="T10" fmla="*/ 27 w 53"/>
                  <a:gd name="T11" fmla="*/ 47 h 53"/>
                  <a:gd name="T12" fmla="*/ 6 w 53"/>
                  <a:gd name="T13" fmla="*/ 27 h 53"/>
                  <a:gd name="T14" fmla="*/ 27 w 53"/>
                  <a:gd name="T15" fmla="*/ 6 h 53"/>
                  <a:gd name="T16" fmla="*/ 48 w 53"/>
                  <a:gd name="T17" fmla="*/ 27 h 53"/>
                  <a:gd name="T18" fmla="*/ 27 w 53"/>
                  <a:gd name="T19" fmla="*/ 47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53">
                    <a:moveTo>
                      <a:pt x="27" y="0"/>
                    </a:moveTo>
                    <a:cubicBezTo>
                      <a:pt x="12" y="0"/>
                      <a:pt x="0" y="12"/>
                      <a:pt x="0" y="27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1" y="53"/>
                      <a:pt x="53" y="41"/>
                      <a:pt x="53" y="27"/>
                    </a:cubicBezTo>
                    <a:cubicBezTo>
                      <a:pt x="53" y="12"/>
                      <a:pt x="41" y="0"/>
                      <a:pt x="27" y="0"/>
                    </a:cubicBezTo>
                    <a:close/>
                    <a:moveTo>
                      <a:pt x="27" y="47"/>
                    </a:moveTo>
                    <a:cubicBezTo>
                      <a:pt x="15" y="47"/>
                      <a:pt x="6" y="38"/>
                      <a:pt x="6" y="27"/>
                    </a:cubicBezTo>
                    <a:cubicBezTo>
                      <a:pt x="6" y="15"/>
                      <a:pt x="15" y="6"/>
                      <a:pt x="27" y="6"/>
                    </a:cubicBezTo>
                    <a:cubicBezTo>
                      <a:pt x="38" y="6"/>
                      <a:pt x="48" y="15"/>
                      <a:pt x="48" y="27"/>
                    </a:cubicBezTo>
                    <a:cubicBezTo>
                      <a:pt x="48" y="38"/>
                      <a:pt x="38" y="47"/>
                      <a:pt x="2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8"/>
              <p:cNvSpPr>
                <a:spLocks noEditPoints="1"/>
              </p:cNvSpPr>
              <p:nvPr/>
            </p:nvSpPr>
            <p:spPr bwMode="auto">
              <a:xfrm>
                <a:off x="4797425" y="4786313"/>
                <a:ext cx="47625" cy="85725"/>
              </a:xfrm>
              <a:custGeom>
                <a:avLst/>
                <a:gdLst>
                  <a:gd name="T0" fmla="*/ 15 w 17"/>
                  <a:gd name="T1" fmla="*/ 16 h 31"/>
                  <a:gd name="T2" fmla="*/ 13 w 17"/>
                  <a:gd name="T3" fmla="*/ 14 h 31"/>
                  <a:gd name="T4" fmla="*/ 10 w 17"/>
                  <a:gd name="T5" fmla="*/ 13 h 31"/>
                  <a:gd name="T6" fmla="*/ 10 w 17"/>
                  <a:gd name="T7" fmla="*/ 4 h 31"/>
                  <a:gd name="T8" fmla="*/ 12 w 17"/>
                  <a:gd name="T9" fmla="*/ 6 h 31"/>
                  <a:gd name="T10" fmla="*/ 13 w 17"/>
                  <a:gd name="T11" fmla="*/ 9 h 31"/>
                  <a:gd name="T12" fmla="*/ 17 w 17"/>
                  <a:gd name="T13" fmla="*/ 8 h 31"/>
                  <a:gd name="T14" fmla="*/ 14 w 17"/>
                  <a:gd name="T15" fmla="*/ 3 h 31"/>
                  <a:gd name="T16" fmla="*/ 10 w 17"/>
                  <a:gd name="T17" fmla="*/ 2 h 31"/>
                  <a:gd name="T18" fmla="*/ 10 w 17"/>
                  <a:gd name="T19" fmla="*/ 0 h 31"/>
                  <a:gd name="T20" fmla="*/ 8 w 17"/>
                  <a:gd name="T21" fmla="*/ 0 h 31"/>
                  <a:gd name="T22" fmla="*/ 8 w 17"/>
                  <a:gd name="T23" fmla="*/ 2 h 31"/>
                  <a:gd name="T24" fmla="*/ 3 w 17"/>
                  <a:gd name="T25" fmla="*/ 4 h 31"/>
                  <a:gd name="T26" fmla="*/ 1 w 17"/>
                  <a:gd name="T27" fmla="*/ 9 h 31"/>
                  <a:gd name="T28" fmla="*/ 2 w 17"/>
                  <a:gd name="T29" fmla="*/ 12 h 31"/>
                  <a:gd name="T30" fmla="*/ 4 w 17"/>
                  <a:gd name="T31" fmla="*/ 14 h 31"/>
                  <a:gd name="T32" fmla="*/ 8 w 17"/>
                  <a:gd name="T33" fmla="*/ 16 h 31"/>
                  <a:gd name="T34" fmla="*/ 8 w 17"/>
                  <a:gd name="T35" fmla="*/ 26 h 31"/>
                  <a:gd name="T36" fmla="*/ 5 w 17"/>
                  <a:gd name="T37" fmla="*/ 24 h 31"/>
                  <a:gd name="T38" fmla="*/ 4 w 17"/>
                  <a:gd name="T39" fmla="*/ 20 h 31"/>
                  <a:gd name="T40" fmla="*/ 0 w 17"/>
                  <a:gd name="T41" fmla="*/ 21 h 31"/>
                  <a:gd name="T42" fmla="*/ 2 w 17"/>
                  <a:gd name="T43" fmla="*/ 25 h 31"/>
                  <a:gd name="T44" fmla="*/ 4 w 17"/>
                  <a:gd name="T45" fmla="*/ 27 h 31"/>
                  <a:gd name="T46" fmla="*/ 8 w 17"/>
                  <a:gd name="T47" fmla="*/ 28 h 31"/>
                  <a:gd name="T48" fmla="*/ 8 w 17"/>
                  <a:gd name="T49" fmla="*/ 31 h 31"/>
                  <a:gd name="T50" fmla="*/ 10 w 17"/>
                  <a:gd name="T51" fmla="*/ 31 h 31"/>
                  <a:gd name="T52" fmla="*/ 10 w 17"/>
                  <a:gd name="T53" fmla="*/ 28 h 31"/>
                  <a:gd name="T54" fmla="*/ 15 w 17"/>
                  <a:gd name="T55" fmla="*/ 26 h 31"/>
                  <a:gd name="T56" fmla="*/ 17 w 17"/>
                  <a:gd name="T57" fmla="*/ 21 h 31"/>
                  <a:gd name="T58" fmla="*/ 17 w 17"/>
                  <a:gd name="T59" fmla="*/ 18 h 31"/>
                  <a:gd name="T60" fmla="*/ 15 w 17"/>
                  <a:gd name="T61" fmla="*/ 16 h 31"/>
                  <a:gd name="T62" fmla="*/ 8 w 17"/>
                  <a:gd name="T63" fmla="*/ 13 h 31"/>
                  <a:gd name="T64" fmla="*/ 5 w 17"/>
                  <a:gd name="T65" fmla="*/ 11 h 31"/>
                  <a:gd name="T66" fmla="*/ 4 w 17"/>
                  <a:gd name="T67" fmla="*/ 9 h 31"/>
                  <a:gd name="T68" fmla="*/ 5 w 17"/>
                  <a:gd name="T69" fmla="*/ 6 h 31"/>
                  <a:gd name="T70" fmla="*/ 8 w 17"/>
                  <a:gd name="T71" fmla="*/ 4 h 31"/>
                  <a:gd name="T72" fmla="*/ 8 w 17"/>
                  <a:gd name="T73" fmla="*/ 13 h 31"/>
                  <a:gd name="T74" fmla="*/ 13 w 17"/>
                  <a:gd name="T75" fmla="*/ 24 h 31"/>
                  <a:gd name="T76" fmla="*/ 10 w 17"/>
                  <a:gd name="T77" fmla="*/ 26 h 31"/>
                  <a:gd name="T78" fmla="*/ 10 w 17"/>
                  <a:gd name="T79" fmla="*/ 16 h 31"/>
                  <a:gd name="T80" fmla="*/ 13 w 17"/>
                  <a:gd name="T81" fmla="*/ 18 h 31"/>
                  <a:gd name="T82" fmla="*/ 14 w 17"/>
                  <a:gd name="T83" fmla="*/ 21 h 31"/>
                  <a:gd name="T84" fmla="*/ 13 w 17"/>
                  <a:gd name="T85" fmla="*/ 2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7" h="31">
                    <a:moveTo>
                      <a:pt x="15" y="16"/>
                    </a:moveTo>
                    <a:cubicBezTo>
                      <a:pt x="15" y="15"/>
                      <a:pt x="14" y="15"/>
                      <a:pt x="13" y="14"/>
                    </a:cubicBezTo>
                    <a:cubicBezTo>
                      <a:pt x="13" y="14"/>
                      <a:pt x="11" y="14"/>
                      <a:pt x="10" y="13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5"/>
                      <a:pt x="12" y="5"/>
                      <a:pt x="12" y="6"/>
                    </a:cubicBezTo>
                    <a:cubicBezTo>
                      <a:pt x="13" y="6"/>
                      <a:pt x="13" y="7"/>
                      <a:pt x="13" y="9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6" y="6"/>
                      <a:pt x="16" y="5"/>
                      <a:pt x="14" y="3"/>
                    </a:cubicBezTo>
                    <a:cubicBezTo>
                      <a:pt x="13" y="3"/>
                      <a:pt x="12" y="2"/>
                      <a:pt x="10" y="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6" y="2"/>
                      <a:pt x="4" y="3"/>
                      <a:pt x="3" y="4"/>
                    </a:cubicBezTo>
                    <a:cubicBezTo>
                      <a:pt x="2" y="5"/>
                      <a:pt x="1" y="7"/>
                      <a:pt x="1" y="9"/>
                    </a:cubicBezTo>
                    <a:cubicBezTo>
                      <a:pt x="1" y="10"/>
                      <a:pt x="1" y="11"/>
                      <a:pt x="2" y="12"/>
                    </a:cubicBezTo>
                    <a:cubicBezTo>
                      <a:pt x="2" y="13"/>
                      <a:pt x="3" y="14"/>
                      <a:pt x="4" y="14"/>
                    </a:cubicBezTo>
                    <a:cubicBezTo>
                      <a:pt x="5" y="15"/>
                      <a:pt x="7" y="16"/>
                      <a:pt x="8" y="1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7" y="26"/>
                      <a:pt x="6" y="25"/>
                      <a:pt x="5" y="24"/>
                    </a:cubicBezTo>
                    <a:cubicBezTo>
                      <a:pt x="4" y="23"/>
                      <a:pt x="4" y="22"/>
                      <a:pt x="4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22"/>
                      <a:pt x="1" y="24"/>
                      <a:pt x="2" y="25"/>
                    </a:cubicBezTo>
                    <a:cubicBezTo>
                      <a:pt x="2" y="26"/>
                      <a:pt x="3" y="27"/>
                      <a:pt x="4" y="27"/>
                    </a:cubicBezTo>
                    <a:cubicBezTo>
                      <a:pt x="5" y="28"/>
                      <a:pt x="7" y="28"/>
                      <a:pt x="8" y="28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2" y="28"/>
                      <a:pt x="14" y="27"/>
                      <a:pt x="15" y="26"/>
                    </a:cubicBezTo>
                    <a:cubicBezTo>
                      <a:pt x="17" y="25"/>
                      <a:pt x="17" y="23"/>
                      <a:pt x="17" y="21"/>
                    </a:cubicBezTo>
                    <a:cubicBezTo>
                      <a:pt x="17" y="20"/>
                      <a:pt x="17" y="19"/>
                      <a:pt x="17" y="18"/>
                    </a:cubicBezTo>
                    <a:cubicBezTo>
                      <a:pt x="17" y="17"/>
                      <a:pt x="16" y="16"/>
                      <a:pt x="15" y="16"/>
                    </a:cubicBezTo>
                    <a:close/>
                    <a:moveTo>
                      <a:pt x="8" y="13"/>
                    </a:moveTo>
                    <a:cubicBezTo>
                      <a:pt x="7" y="13"/>
                      <a:pt x="6" y="12"/>
                      <a:pt x="5" y="11"/>
                    </a:cubicBezTo>
                    <a:cubicBezTo>
                      <a:pt x="4" y="11"/>
                      <a:pt x="4" y="10"/>
                      <a:pt x="4" y="9"/>
                    </a:cubicBezTo>
                    <a:cubicBezTo>
                      <a:pt x="4" y="8"/>
                      <a:pt x="5" y="7"/>
                      <a:pt x="5" y="6"/>
                    </a:cubicBezTo>
                    <a:cubicBezTo>
                      <a:pt x="6" y="5"/>
                      <a:pt x="7" y="5"/>
                      <a:pt x="8" y="4"/>
                    </a:cubicBezTo>
                    <a:lnTo>
                      <a:pt x="8" y="13"/>
                    </a:lnTo>
                    <a:close/>
                    <a:moveTo>
                      <a:pt x="13" y="24"/>
                    </a:moveTo>
                    <a:cubicBezTo>
                      <a:pt x="12" y="25"/>
                      <a:pt x="11" y="26"/>
                      <a:pt x="10" y="2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2" y="17"/>
                      <a:pt x="13" y="18"/>
                      <a:pt x="13" y="18"/>
                    </a:cubicBezTo>
                    <a:cubicBezTo>
                      <a:pt x="14" y="19"/>
                      <a:pt x="14" y="20"/>
                      <a:pt x="14" y="21"/>
                    </a:cubicBezTo>
                    <a:cubicBezTo>
                      <a:pt x="14" y="22"/>
                      <a:pt x="14" y="23"/>
                      <a:pt x="13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19"/>
              <p:cNvSpPr/>
              <p:nvPr/>
            </p:nvSpPr>
            <p:spPr bwMode="auto">
              <a:xfrm>
                <a:off x="4906963" y="4803776"/>
                <a:ext cx="144463" cy="98425"/>
              </a:xfrm>
              <a:custGeom>
                <a:avLst/>
                <a:gdLst>
                  <a:gd name="T0" fmla="*/ 52 w 53"/>
                  <a:gd name="T1" fmla="*/ 1 h 36"/>
                  <a:gd name="T2" fmla="*/ 52 w 53"/>
                  <a:gd name="T3" fmla="*/ 1 h 36"/>
                  <a:gd name="T4" fmla="*/ 50 w 53"/>
                  <a:gd name="T5" fmla="*/ 4 h 36"/>
                  <a:gd name="T6" fmla="*/ 50 w 53"/>
                  <a:gd name="T7" fmla="*/ 4 h 36"/>
                  <a:gd name="T8" fmla="*/ 50 w 53"/>
                  <a:gd name="T9" fmla="*/ 6 h 36"/>
                  <a:gd name="T10" fmla="*/ 48 w 53"/>
                  <a:gd name="T11" fmla="*/ 12 h 36"/>
                  <a:gd name="T12" fmla="*/ 27 w 53"/>
                  <a:gd name="T13" fmla="*/ 31 h 36"/>
                  <a:gd name="T14" fmla="*/ 6 w 53"/>
                  <a:gd name="T15" fmla="*/ 10 h 36"/>
                  <a:gd name="T16" fmla="*/ 6 w 53"/>
                  <a:gd name="T17" fmla="*/ 7 h 36"/>
                  <a:gd name="T18" fmla="*/ 2 w 53"/>
                  <a:gd name="T19" fmla="*/ 0 h 36"/>
                  <a:gd name="T20" fmla="*/ 0 w 53"/>
                  <a:gd name="T21" fmla="*/ 10 h 36"/>
                  <a:gd name="T22" fmla="*/ 27 w 53"/>
                  <a:gd name="T23" fmla="*/ 36 h 36"/>
                  <a:gd name="T24" fmla="*/ 53 w 53"/>
                  <a:gd name="T25" fmla="*/ 10 h 36"/>
                  <a:gd name="T26" fmla="*/ 52 w 53"/>
                  <a:gd name="T27" fmla="*/ 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36">
                    <a:moveTo>
                      <a:pt x="52" y="1"/>
                    </a:moveTo>
                    <a:cubicBezTo>
                      <a:pt x="52" y="1"/>
                      <a:pt x="52" y="1"/>
                      <a:pt x="52" y="1"/>
                    </a:cubicBezTo>
                    <a:cubicBezTo>
                      <a:pt x="51" y="2"/>
                      <a:pt x="51" y="3"/>
                      <a:pt x="50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50" y="5"/>
                      <a:pt x="50" y="5"/>
                      <a:pt x="50" y="6"/>
                    </a:cubicBezTo>
                    <a:cubicBezTo>
                      <a:pt x="50" y="8"/>
                      <a:pt x="49" y="10"/>
                      <a:pt x="48" y="12"/>
                    </a:cubicBezTo>
                    <a:cubicBezTo>
                      <a:pt x="47" y="23"/>
                      <a:pt x="38" y="31"/>
                      <a:pt x="27" y="31"/>
                    </a:cubicBezTo>
                    <a:cubicBezTo>
                      <a:pt x="15" y="31"/>
                      <a:pt x="6" y="22"/>
                      <a:pt x="6" y="10"/>
                    </a:cubicBezTo>
                    <a:cubicBezTo>
                      <a:pt x="6" y="9"/>
                      <a:pt x="6" y="8"/>
                      <a:pt x="6" y="7"/>
                    </a:cubicBezTo>
                    <a:cubicBezTo>
                      <a:pt x="4" y="5"/>
                      <a:pt x="3" y="2"/>
                      <a:pt x="2" y="0"/>
                    </a:cubicBezTo>
                    <a:cubicBezTo>
                      <a:pt x="1" y="3"/>
                      <a:pt x="0" y="7"/>
                      <a:pt x="0" y="10"/>
                    </a:cubicBezTo>
                    <a:cubicBezTo>
                      <a:pt x="0" y="25"/>
                      <a:pt x="12" y="36"/>
                      <a:pt x="27" y="36"/>
                    </a:cubicBezTo>
                    <a:cubicBezTo>
                      <a:pt x="41" y="36"/>
                      <a:pt x="53" y="25"/>
                      <a:pt x="53" y="10"/>
                    </a:cubicBezTo>
                    <a:cubicBezTo>
                      <a:pt x="53" y="7"/>
                      <a:pt x="53" y="4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Freeform 20"/>
              <p:cNvSpPr/>
              <p:nvPr/>
            </p:nvSpPr>
            <p:spPr bwMode="auto">
              <a:xfrm>
                <a:off x="4906963" y="4833938"/>
                <a:ext cx="144463" cy="100013"/>
              </a:xfrm>
              <a:custGeom>
                <a:avLst/>
                <a:gdLst>
                  <a:gd name="T0" fmla="*/ 51 w 53"/>
                  <a:gd name="T1" fmla="*/ 1 h 37"/>
                  <a:gd name="T2" fmla="*/ 48 w 53"/>
                  <a:gd name="T3" fmla="*/ 9 h 37"/>
                  <a:gd name="T4" fmla="*/ 48 w 53"/>
                  <a:gd name="T5" fmla="*/ 11 h 37"/>
                  <a:gd name="T6" fmla="*/ 48 w 53"/>
                  <a:gd name="T7" fmla="*/ 11 h 37"/>
                  <a:gd name="T8" fmla="*/ 27 w 53"/>
                  <a:gd name="T9" fmla="*/ 31 h 37"/>
                  <a:gd name="T10" fmla="*/ 6 w 53"/>
                  <a:gd name="T11" fmla="*/ 11 h 37"/>
                  <a:gd name="T12" fmla="*/ 6 w 53"/>
                  <a:gd name="T13" fmla="*/ 9 h 37"/>
                  <a:gd name="T14" fmla="*/ 3 w 53"/>
                  <a:gd name="T15" fmla="*/ 0 h 37"/>
                  <a:gd name="T16" fmla="*/ 0 w 53"/>
                  <a:gd name="T17" fmla="*/ 11 h 37"/>
                  <a:gd name="T18" fmla="*/ 27 w 53"/>
                  <a:gd name="T19" fmla="*/ 37 h 37"/>
                  <a:gd name="T20" fmla="*/ 53 w 53"/>
                  <a:gd name="T21" fmla="*/ 11 h 37"/>
                  <a:gd name="T22" fmla="*/ 51 w 53"/>
                  <a:gd name="T23" fmla="*/ 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" h="37">
                    <a:moveTo>
                      <a:pt x="51" y="1"/>
                    </a:moveTo>
                    <a:cubicBezTo>
                      <a:pt x="51" y="4"/>
                      <a:pt x="49" y="7"/>
                      <a:pt x="48" y="9"/>
                    </a:cubicBezTo>
                    <a:cubicBezTo>
                      <a:pt x="48" y="10"/>
                      <a:pt x="48" y="10"/>
                      <a:pt x="48" y="11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8" y="22"/>
                      <a:pt x="38" y="31"/>
                      <a:pt x="27" y="31"/>
                    </a:cubicBezTo>
                    <a:cubicBezTo>
                      <a:pt x="15" y="31"/>
                      <a:pt x="6" y="22"/>
                      <a:pt x="6" y="11"/>
                    </a:cubicBezTo>
                    <a:cubicBezTo>
                      <a:pt x="6" y="11"/>
                      <a:pt x="6" y="10"/>
                      <a:pt x="6" y="9"/>
                    </a:cubicBezTo>
                    <a:cubicBezTo>
                      <a:pt x="4" y="7"/>
                      <a:pt x="3" y="3"/>
                      <a:pt x="3" y="0"/>
                    </a:cubicBezTo>
                    <a:cubicBezTo>
                      <a:pt x="1" y="3"/>
                      <a:pt x="0" y="7"/>
                      <a:pt x="0" y="11"/>
                    </a:cubicBezTo>
                    <a:cubicBezTo>
                      <a:pt x="0" y="25"/>
                      <a:pt x="12" y="37"/>
                      <a:pt x="27" y="37"/>
                    </a:cubicBezTo>
                    <a:cubicBezTo>
                      <a:pt x="41" y="37"/>
                      <a:pt x="53" y="25"/>
                      <a:pt x="53" y="11"/>
                    </a:cubicBezTo>
                    <a:cubicBezTo>
                      <a:pt x="53" y="8"/>
                      <a:pt x="53" y="4"/>
                      <a:pt x="5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Freeform 21"/>
              <p:cNvSpPr/>
              <p:nvPr/>
            </p:nvSpPr>
            <p:spPr bwMode="auto">
              <a:xfrm>
                <a:off x="4906963" y="4868863"/>
                <a:ext cx="144463" cy="95250"/>
              </a:xfrm>
              <a:custGeom>
                <a:avLst/>
                <a:gdLst>
                  <a:gd name="T0" fmla="*/ 51 w 53"/>
                  <a:gd name="T1" fmla="*/ 0 h 35"/>
                  <a:gd name="T2" fmla="*/ 48 w 53"/>
                  <a:gd name="T3" fmla="*/ 11 h 35"/>
                  <a:gd name="T4" fmla="*/ 48 w 53"/>
                  <a:gd name="T5" fmla="*/ 12 h 35"/>
                  <a:gd name="T6" fmla="*/ 27 w 53"/>
                  <a:gd name="T7" fmla="*/ 29 h 35"/>
                  <a:gd name="T8" fmla="*/ 6 w 53"/>
                  <a:gd name="T9" fmla="*/ 12 h 35"/>
                  <a:gd name="T10" fmla="*/ 4 w 53"/>
                  <a:gd name="T11" fmla="*/ 8 h 35"/>
                  <a:gd name="T12" fmla="*/ 2 w 53"/>
                  <a:gd name="T13" fmla="*/ 6 h 35"/>
                  <a:gd name="T14" fmla="*/ 1 w 53"/>
                  <a:gd name="T15" fmla="*/ 2 h 35"/>
                  <a:gd name="T16" fmla="*/ 0 w 53"/>
                  <a:gd name="T17" fmla="*/ 10 h 35"/>
                  <a:gd name="T18" fmla="*/ 27 w 53"/>
                  <a:gd name="T19" fmla="*/ 35 h 35"/>
                  <a:gd name="T20" fmla="*/ 53 w 53"/>
                  <a:gd name="T21" fmla="*/ 10 h 35"/>
                  <a:gd name="T22" fmla="*/ 51 w 53"/>
                  <a:gd name="T2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" h="35">
                    <a:moveTo>
                      <a:pt x="51" y="0"/>
                    </a:moveTo>
                    <a:cubicBezTo>
                      <a:pt x="52" y="4"/>
                      <a:pt x="51" y="8"/>
                      <a:pt x="48" y="11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6" y="22"/>
                      <a:pt x="37" y="29"/>
                      <a:pt x="27" y="29"/>
                    </a:cubicBezTo>
                    <a:cubicBezTo>
                      <a:pt x="16" y="29"/>
                      <a:pt x="7" y="22"/>
                      <a:pt x="6" y="12"/>
                    </a:cubicBezTo>
                    <a:cubicBezTo>
                      <a:pt x="5" y="11"/>
                      <a:pt x="4" y="10"/>
                      <a:pt x="4" y="8"/>
                    </a:cubicBezTo>
                    <a:cubicBezTo>
                      <a:pt x="3" y="8"/>
                      <a:pt x="2" y="7"/>
                      <a:pt x="2" y="6"/>
                    </a:cubicBezTo>
                    <a:cubicBezTo>
                      <a:pt x="2" y="5"/>
                      <a:pt x="2" y="4"/>
                      <a:pt x="1" y="2"/>
                    </a:cubicBezTo>
                    <a:cubicBezTo>
                      <a:pt x="1" y="5"/>
                      <a:pt x="0" y="7"/>
                      <a:pt x="0" y="10"/>
                    </a:cubicBezTo>
                    <a:cubicBezTo>
                      <a:pt x="0" y="23"/>
                      <a:pt x="12" y="35"/>
                      <a:pt x="27" y="35"/>
                    </a:cubicBezTo>
                    <a:cubicBezTo>
                      <a:pt x="41" y="35"/>
                      <a:pt x="53" y="23"/>
                      <a:pt x="53" y="10"/>
                    </a:cubicBezTo>
                    <a:cubicBezTo>
                      <a:pt x="53" y="6"/>
                      <a:pt x="53" y="3"/>
                      <a:pt x="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906963" y="4902201"/>
                <a:ext cx="144463" cy="92075"/>
              </a:xfrm>
              <a:custGeom>
                <a:avLst/>
                <a:gdLst>
                  <a:gd name="T0" fmla="*/ 51 w 53"/>
                  <a:gd name="T1" fmla="*/ 0 h 34"/>
                  <a:gd name="T2" fmla="*/ 48 w 53"/>
                  <a:gd name="T3" fmla="*/ 11 h 34"/>
                  <a:gd name="T4" fmla="*/ 48 w 53"/>
                  <a:gd name="T5" fmla="*/ 12 h 34"/>
                  <a:gd name="T6" fmla="*/ 27 w 53"/>
                  <a:gd name="T7" fmla="*/ 29 h 34"/>
                  <a:gd name="T8" fmla="*/ 6 w 53"/>
                  <a:gd name="T9" fmla="*/ 11 h 34"/>
                  <a:gd name="T10" fmla="*/ 4 w 53"/>
                  <a:gd name="T11" fmla="*/ 8 h 34"/>
                  <a:gd name="T12" fmla="*/ 2 w 53"/>
                  <a:gd name="T13" fmla="*/ 6 h 34"/>
                  <a:gd name="T14" fmla="*/ 1 w 53"/>
                  <a:gd name="T15" fmla="*/ 2 h 34"/>
                  <a:gd name="T16" fmla="*/ 0 w 53"/>
                  <a:gd name="T17" fmla="*/ 9 h 34"/>
                  <a:gd name="T18" fmla="*/ 27 w 53"/>
                  <a:gd name="T19" fmla="*/ 34 h 34"/>
                  <a:gd name="T20" fmla="*/ 53 w 53"/>
                  <a:gd name="T21" fmla="*/ 9 h 34"/>
                  <a:gd name="T22" fmla="*/ 51 w 53"/>
                  <a:gd name="T2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" h="34">
                    <a:moveTo>
                      <a:pt x="51" y="0"/>
                    </a:moveTo>
                    <a:cubicBezTo>
                      <a:pt x="52" y="4"/>
                      <a:pt x="51" y="8"/>
                      <a:pt x="48" y="11"/>
                    </a:cubicBezTo>
                    <a:cubicBezTo>
                      <a:pt x="48" y="11"/>
                      <a:pt x="48" y="11"/>
                      <a:pt x="48" y="12"/>
                    </a:cubicBezTo>
                    <a:cubicBezTo>
                      <a:pt x="46" y="21"/>
                      <a:pt x="37" y="29"/>
                      <a:pt x="27" y="29"/>
                    </a:cubicBezTo>
                    <a:cubicBezTo>
                      <a:pt x="16" y="29"/>
                      <a:pt x="7" y="21"/>
                      <a:pt x="6" y="11"/>
                    </a:cubicBezTo>
                    <a:cubicBezTo>
                      <a:pt x="5" y="10"/>
                      <a:pt x="4" y="9"/>
                      <a:pt x="4" y="8"/>
                    </a:cubicBezTo>
                    <a:cubicBezTo>
                      <a:pt x="3" y="7"/>
                      <a:pt x="2" y="7"/>
                      <a:pt x="2" y="6"/>
                    </a:cubicBezTo>
                    <a:cubicBezTo>
                      <a:pt x="2" y="4"/>
                      <a:pt x="2" y="3"/>
                      <a:pt x="1" y="2"/>
                    </a:cubicBezTo>
                    <a:cubicBezTo>
                      <a:pt x="1" y="4"/>
                      <a:pt x="0" y="7"/>
                      <a:pt x="0" y="9"/>
                    </a:cubicBezTo>
                    <a:cubicBezTo>
                      <a:pt x="0" y="23"/>
                      <a:pt x="12" y="34"/>
                      <a:pt x="27" y="34"/>
                    </a:cubicBezTo>
                    <a:cubicBezTo>
                      <a:pt x="41" y="34"/>
                      <a:pt x="53" y="23"/>
                      <a:pt x="53" y="9"/>
                    </a:cubicBezTo>
                    <a:cubicBezTo>
                      <a:pt x="53" y="6"/>
                      <a:pt x="53" y="3"/>
                      <a:pt x="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23"/>
              <p:cNvSpPr>
                <a:spLocks noEditPoints="1"/>
              </p:cNvSpPr>
              <p:nvPr/>
            </p:nvSpPr>
            <p:spPr bwMode="auto">
              <a:xfrm>
                <a:off x="4906963" y="4727576"/>
                <a:ext cx="144463" cy="141288"/>
              </a:xfrm>
              <a:custGeom>
                <a:avLst/>
                <a:gdLst>
                  <a:gd name="T0" fmla="*/ 27 w 53"/>
                  <a:gd name="T1" fmla="*/ 0 h 52"/>
                  <a:gd name="T2" fmla="*/ 0 w 53"/>
                  <a:gd name="T3" fmla="*/ 26 h 52"/>
                  <a:gd name="T4" fmla="*/ 27 w 53"/>
                  <a:gd name="T5" fmla="*/ 52 h 52"/>
                  <a:gd name="T6" fmla="*/ 53 w 53"/>
                  <a:gd name="T7" fmla="*/ 26 h 52"/>
                  <a:gd name="T8" fmla="*/ 27 w 53"/>
                  <a:gd name="T9" fmla="*/ 0 h 52"/>
                  <a:gd name="T10" fmla="*/ 27 w 53"/>
                  <a:gd name="T11" fmla="*/ 47 h 52"/>
                  <a:gd name="T12" fmla="*/ 6 w 53"/>
                  <a:gd name="T13" fmla="*/ 26 h 52"/>
                  <a:gd name="T14" fmla="*/ 27 w 53"/>
                  <a:gd name="T15" fmla="*/ 5 h 52"/>
                  <a:gd name="T16" fmla="*/ 48 w 53"/>
                  <a:gd name="T17" fmla="*/ 26 h 52"/>
                  <a:gd name="T18" fmla="*/ 27 w 53"/>
                  <a:gd name="T19" fmla="*/ 4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52">
                    <a:moveTo>
                      <a:pt x="27" y="0"/>
                    </a:move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2"/>
                      <a:pt x="27" y="52"/>
                    </a:cubicBezTo>
                    <a:cubicBezTo>
                      <a:pt x="41" y="52"/>
                      <a:pt x="53" y="41"/>
                      <a:pt x="53" y="26"/>
                    </a:cubicBezTo>
                    <a:cubicBezTo>
                      <a:pt x="53" y="12"/>
                      <a:pt x="41" y="0"/>
                      <a:pt x="27" y="0"/>
                    </a:cubicBezTo>
                    <a:close/>
                    <a:moveTo>
                      <a:pt x="27" y="47"/>
                    </a:moveTo>
                    <a:cubicBezTo>
                      <a:pt x="15" y="47"/>
                      <a:pt x="6" y="37"/>
                      <a:pt x="6" y="26"/>
                    </a:cubicBezTo>
                    <a:cubicBezTo>
                      <a:pt x="6" y="15"/>
                      <a:pt x="15" y="5"/>
                      <a:pt x="27" y="5"/>
                    </a:cubicBezTo>
                    <a:cubicBezTo>
                      <a:pt x="38" y="5"/>
                      <a:pt x="48" y="15"/>
                      <a:pt x="48" y="26"/>
                    </a:cubicBezTo>
                    <a:cubicBezTo>
                      <a:pt x="48" y="37"/>
                      <a:pt x="38" y="47"/>
                      <a:pt x="2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24"/>
              <p:cNvSpPr>
                <a:spLocks noEditPoints="1"/>
              </p:cNvSpPr>
              <p:nvPr/>
            </p:nvSpPr>
            <p:spPr bwMode="auto">
              <a:xfrm>
                <a:off x="4959350" y="4757738"/>
                <a:ext cx="42863" cy="84138"/>
              </a:xfrm>
              <a:custGeom>
                <a:avLst/>
                <a:gdLst>
                  <a:gd name="T0" fmla="*/ 15 w 16"/>
                  <a:gd name="T1" fmla="*/ 15 h 31"/>
                  <a:gd name="T2" fmla="*/ 12 w 16"/>
                  <a:gd name="T3" fmla="*/ 14 h 31"/>
                  <a:gd name="T4" fmla="*/ 9 w 16"/>
                  <a:gd name="T5" fmla="*/ 13 h 31"/>
                  <a:gd name="T6" fmla="*/ 9 w 16"/>
                  <a:gd name="T7" fmla="*/ 4 h 31"/>
                  <a:gd name="T8" fmla="*/ 11 w 16"/>
                  <a:gd name="T9" fmla="*/ 5 h 31"/>
                  <a:gd name="T10" fmla="*/ 13 w 16"/>
                  <a:gd name="T11" fmla="*/ 8 h 31"/>
                  <a:gd name="T12" fmla="*/ 16 w 16"/>
                  <a:gd name="T13" fmla="*/ 8 h 31"/>
                  <a:gd name="T14" fmla="*/ 13 w 16"/>
                  <a:gd name="T15" fmla="*/ 3 h 31"/>
                  <a:gd name="T16" fmla="*/ 9 w 16"/>
                  <a:gd name="T17" fmla="*/ 1 h 31"/>
                  <a:gd name="T18" fmla="*/ 9 w 16"/>
                  <a:gd name="T19" fmla="*/ 0 h 31"/>
                  <a:gd name="T20" fmla="*/ 7 w 16"/>
                  <a:gd name="T21" fmla="*/ 0 h 31"/>
                  <a:gd name="T22" fmla="*/ 7 w 16"/>
                  <a:gd name="T23" fmla="*/ 1 h 31"/>
                  <a:gd name="T24" fmla="*/ 2 w 16"/>
                  <a:gd name="T25" fmla="*/ 3 h 31"/>
                  <a:gd name="T26" fmla="*/ 0 w 16"/>
                  <a:gd name="T27" fmla="*/ 8 h 31"/>
                  <a:gd name="T28" fmla="*/ 1 w 16"/>
                  <a:gd name="T29" fmla="*/ 12 h 31"/>
                  <a:gd name="T30" fmla="*/ 3 w 16"/>
                  <a:gd name="T31" fmla="*/ 14 h 31"/>
                  <a:gd name="T32" fmla="*/ 7 w 16"/>
                  <a:gd name="T33" fmla="*/ 15 h 31"/>
                  <a:gd name="T34" fmla="*/ 7 w 16"/>
                  <a:gd name="T35" fmla="*/ 25 h 31"/>
                  <a:gd name="T36" fmla="*/ 4 w 16"/>
                  <a:gd name="T37" fmla="*/ 23 h 31"/>
                  <a:gd name="T38" fmla="*/ 3 w 16"/>
                  <a:gd name="T39" fmla="*/ 20 h 31"/>
                  <a:gd name="T40" fmla="*/ 0 w 16"/>
                  <a:gd name="T41" fmla="*/ 20 h 31"/>
                  <a:gd name="T42" fmla="*/ 1 w 16"/>
                  <a:gd name="T43" fmla="*/ 24 h 31"/>
                  <a:gd name="T44" fmla="*/ 3 w 16"/>
                  <a:gd name="T45" fmla="*/ 27 h 31"/>
                  <a:gd name="T46" fmla="*/ 7 w 16"/>
                  <a:gd name="T47" fmla="*/ 28 h 31"/>
                  <a:gd name="T48" fmla="*/ 7 w 16"/>
                  <a:gd name="T49" fmla="*/ 31 h 31"/>
                  <a:gd name="T50" fmla="*/ 9 w 16"/>
                  <a:gd name="T51" fmla="*/ 31 h 31"/>
                  <a:gd name="T52" fmla="*/ 9 w 16"/>
                  <a:gd name="T53" fmla="*/ 28 h 31"/>
                  <a:gd name="T54" fmla="*/ 14 w 16"/>
                  <a:gd name="T55" fmla="*/ 25 h 31"/>
                  <a:gd name="T56" fmla="*/ 16 w 16"/>
                  <a:gd name="T57" fmla="*/ 20 h 31"/>
                  <a:gd name="T58" fmla="*/ 16 w 16"/>
                  <a:gd name="T59" fmla="*/ 17 h 31"/>
                  <a:gd name="T60" fmla="*/ 15 w 16"/>
                  <a:gd name="T61" fmla="*/ 15 h 31"/>
                  <a:gd name="T62" fmla="*/ 7 w 16"/>
                  <a:gd name="T63" fmla="*/ 12 h 31"/>
                  <a:gd name="T64" fmla="*/ 4 w 16"/>
                  <a:gd name="T65" fmla="*/ 11 h 31"/>
                  <a:gd name="T66" fmla="*/ 3 w 16"/>
                  <a:gd name="T67" fmla="*/ 8 h 31"/>
                  <a:gd name="T68" fmla="*/ 4 w 16"/>
                  <a:gd name="T69" fmla="*/ 5 h 31"/>
                  <a:gd name="T70" fmla="*/ 7 w 16"/>
                  <a:gd name="T71" fmla="*/ 4 h 31"/>
                  <a:gd name="T72" fmla="*/ 7 w 16"/>
                  <a:gd name="T73" fmla="*/ 12 h 31"/>
                  <a:gd name="T74" fmla="*/ 12 w 16"/>
                  <a:gd name="T75" fmla="*/ 24 h 31"/>
                  <a:gd name="T76" fmla="*/ 9 w 16"/>
                  <a:gd name="T77" fmla="*/ 25 h 31"/>
                  <a:gd name="T78" fmla="*/ 9 w 16"/>
                  <a:gd name="T79" fmla="*/ 16 h 31"/>
                  <a:gd name="T80" fmla="*/ 12 w 16"/>
                  <a:gd name="T81" fmla="*/ 18 h 31"/>
                  <a:gd name="T82" fmla="*/ 13 w 16"/>
                  <a:gd name="T83" fmla="*/ 20 h 31"/>
                  <a:gd name="T84" fmla="*/ 12 w 16"/>
                  <a:gd name="T85" fmla="*/ 2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6" h="31">
                    <a:moveTo>
                      <a:pt x="15" y="15"/>
                    </a:moveTo>
                    <a:cubicBezTo>
                      <a:pt x="14" y="15"/>
                      <a:pt x="13" y="14"/>
                      <a:pt x="12" y="14"/>
                    </a:cubicBezTo>
                    <a:cubicBezTo>
                      <a:pt x="12" y="14"/>
                      <a:pt x="11" y="13"/>
                      <a:pt x="9" y="1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1" y="5"/>
                      <a:pt x="11" y="5"/>
                    </a:cubicBezTo>
                    <a:cubicBezTo>
                      <a:pt x="12" y="6"/>
                      <a:pt x="12" y="7"/>
                      <a:pt x="13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6"/>
                      <a:pt x="15" y="4"/>
                      <a:pt x="13" y="3"/>
                    </a:cubicBezTo>
                    <a:cubicBezTo>
                      <a:pt x="12" y="2"/>
                      <a:pt x="11" y="2"/>
                      <a:pt x="9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5" y="2"/>
                      <a:pt x="4" y="2"/>
                      <a:pt x="2" y="3"/>
                    </a:cubicBezTo>
                    <a:cubicBezTo>
                      <a:pt x="1" y="4"/>
                      <a:pt x="0" y="6"/>
                      <a:pt x="0" y="8"/>
                    </a:cubicBezTo>
                    <a:cubicBezTo>
                      <a:pt x="0" y="10"/>
                      <a:pt x="0" y="11"/>
                      <a:pt x="1" y="12"/>
                    </a:cubicBezTo>
                    <a:cubicBezTo>
                      <a:pt x="1" y="13"/>
                      <a:pt x="2" y="13"/>
                      <a:pt x="3" y="14"/>
                    </a:cubicBezTo>
                    <a:cubicBezTo>
                      <a:pt x="5" y="15"/>
                      <a:pt x="6" y="15"/>
                      <a:pt x="7" y="1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6" y="25"/>
                      <a:pt x="5" y="24"/>
                      <a:pt x="4" y="23"/>
                    </a:cubicBezTo>
                    <a:cubicBezTo>
                      <a:pt x="3" y="23"/>
                      <a:pt x="3" y="21"/>
                      <a:pt x="3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2"/>
                      <a:pt x="0" y="23"/>
                      <a:pt x="1" y="24"/>
                    </a:cubicBezTo>
                    <a:cubicBezTo>
                      <a:pt x="2" y="25"/>
                      <a:pt x="2" y="26"/>
                      <a:pt x="3" y="27"/>
                    </a:cubicBezTo>
                    <a:cubicBezTo>
                      <a:pt x="4" y="27"/>
                      <a:pt x="6" y="28"/>
                      <a:pt x="7" y="28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11" y="28"/>
                      <a:pt x="13" y="27"/>
                      <a:pt x="14" y="25"/>
                    </a:cubicBezTo>
                    <a:cubicBezTo>
                      <a:pt x="16" y="24"/>
                      <a:pt x="16" y="22"/>
                      <a:pt x="16" y="20"/>
                    </a:cubicBezTo>
                    <a:cubicBezTo>
                      <a:pt x="16" y="19"/>
                      <a:pt x="16" y="18"/>
                      <a:pt x="16" y="17"/>
                    </a:cubicBezTo>
                    <a:cubicBezTo>
                      <a:pt x="16" y="17"/>
                      <a:pt x="15" y="16"/>
                      <a:pt x="15" y="15"/>
                    </a:cubicBezTo>
                    <a:close/>
                    <a:moveTo>
                      <a:pt x="7" y="12"/>
                    </a:moveTo>
                    <a:cubicBezTo>
                      <a:pt x="6" y="12"/>
                      <a:pt x="5" y="11"/>
                      <a:pt x="4" y="11"/>
                    </a:cubicBezTo>
                    <a:cubicBezTo>
                      <a:pt x="4" y="10"/>
                      <a:pt x="3" y="9"/>
                      <a:pt x="3" y="8"/>
                    </a:cubicBezTo>
                    <a:cubicBezTo>
                      <a:pt x="3" y="7"/>
                      <a:pt x="4" y="6"/>
                      <a:pt x="4" y="5"/>
                    </a:cubicBezTo>
                    <a:cubicBezTo>
                      <a:pt x="5" y="5"/>
                      <a:pt x="6" y="4"/>
                      <a:pt x="7" y="4"/>
                    </a:cubicBezTo>
                    <a:lnTo>
                      <a:pt x="7" y="12"/>
                    </a:lnTo>
                    <a:close/>
                    <a:moveTo>
                      <a:pt x="12" y="24"/>
                    </a:moveTo>
                    <a:cubicBezTo>
                      <a:pt x="11" y="25"/>
                      <a:pt x="10" y="25"/>
                      <a:pt x="9" y="25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1" y="16"/>
                      <a:pt x="12" y="17"/>
                      <a:pt x="12" y="18"/>
                    </a:cubicBezTo>
                    <a:cubicBezTo>
                      <a:pt x="13" y="18"/>
                      <a:pt x="13" y="19"/>
                      <a:pt x="13" y="20"/>
                    </a:cubicBezTo>
                    <a:cubicBezTo>
                      <a:pt x="13" y="22"/>
                      <a:pt x="13" y="23"/>
                      <a:pt x="12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5" name="Group 37"/>
            <p:cNvGrpSpPr/>
            <p:nvPr/>
          </p:nvGrpSpPr>
          <p:grpSpPr>
            <a:xfrm>
              <a:off x="3021764" y="4556355"/>
              <a:ext cx="356953" cy="477953"/>
              <a:chOff x="3673475" y="6403976"/>
              <a:chExt cx="280988" cy="376238"/>
            </a:xfrm>
            <a:solidFill>
              <a:schemeClr val="bg1"/>
            </a:solidFill>
          </p:grpSpPr>
          <p:sp>
            <p:nvSpPr>
              <p:cNvPr id="16" name="Freeform 25"/>
              <p:cNvSpPr>
                <a:spLocks noEditPoints="1"/>
              </p:cNvSpPr>
              <p:nvPr/>
            </p:nvSpPr>
            <p:spPr bwMode="auto">
              <a:xfrm>
                <a:off x="3679825" y="6653213"/>
                <a:ext cx="87313" cy="127000"/>
              </a:xfrm>
              <a:custGeom>
                <a:avLst/>
                <a:gdLst>
                  <a:gd name="T0" fmla="*/ 31 w 32"/>
                  <a:gd name="T1" fmla="*/ 16 h 47"/>
                  <a:gd name="T2" fmla="*/ 31 w 32"/>
                  <a:gd name="T3" fmla="*/ 13 h 47"/>
                  <a:gd name="T4" fmla="*/ 16 w 32"/>
                  <a:gd name="T5" fmla="*/ 0 h 47"/>
                  <a:gd name="T6" fmla="*/ 1 w 32"/>
                  <a:gd name="T7" fmla="*/ 13 h 47"/>
                  <a:gd name="T8" fmla="*/ 1 w 32"/>
                  <a:gd name="T9" fmla="*/ 15 h 47"/>
                  <a:gd name="T10" fmla="*/ 1 w 32"/>
                  <a:gd name="T11" fmla="*/ 18 h 47"/>
                  <a:gd name="T12" fmla="*/ 1 w 32"/>
                  <a:gd name="T13" fmla="*/ 20 h 47"/>
                  <a:gd name="T14" fmla="*/ 1 w 32"/>
                  <a:gd name="T15" fmla="*/ 23 h 47"/>
                  <a:gd name="T16" fmla="*/ 1 w 32"/>
                  <a:gd name="T17" fmla="*/ 26 h 47"/>
                  <a:gd name="T18" fmla="*/ 0 w 32"/>
                  <a:gd name="T19" fmla="*/ 28 h 47"/>
                  <a:gd name="T20" fmla="*/ 1 w 32"/>
                  <a:gd name="T21" fmla="*/ 31 h 47"/>
                  <a:gd name="T22" fmla="*/ 0 w 32"/>
                  <a:gd name="T23" fmla="*/ 34 h 47"/>
                  <a:gd name="T24" fmla="*/ 15 w 32"/>
                  <a:gd name="T25" fmla="*/ 47 h 47"/>
                  <a:gd name="T26" fmla="*/ 31 w 32"/>
                  <a:gd name="T27" fmla="*/ 34 h 47"/>
                  <a:gd name="T28" fmla="*/ 31 w 32"/>
                  <a:gd name="T29" fmla="*/ 32 h 47"/>
                  <a:gd name="T30" fmla="*/ 31 w 32"/>
                  <a:gd name="T31" fmla="*/ 29 h 47"/>
                  <a:gd name="T32" fmla="*/ 31 w 32"/>
                  <a:gd name="T33" fmla="*/ 26 h 47"/>
                  <a:gd name="T34" fmla="*/ 31 w 32"/>
                  <a:gd name="T35" fmla="*/ 23 h 47"/>
                  <a:gd name="T36" fmla="*/ 31 w 32"/>
                  <a:gd name="T37" fmla="*/ 21 h 47"/>
                  <a:gd name="T38" fmla="*/ 31 w 32"/>
                  <a:gd name="T39" fmla="*/ 18 h 47"/>
                  <a:gd name="T40" fmla="*/ 31 w 32"/>
                  <a:gd name="T41" fmla="*/ 16 h 47"/>
                  <a:gd name="T42" fmla="*/ 16 w 32"/>
                  <a:gd name="T43" fmla="*/ 23 h 47"/>
                  <a:gd name="T44" fmla="*/ 4 w 32"/>
                  <a:gd name="T45" fmla="*/ 13 h 47"/>
                  <a:gd name="T46" fmla="*/ 16 w 32"/>
                  <a:gd name="T47" fmla="*/ 3 h 47"/>
                  <a:gd name="T48" fmla="*/ 28 w 32"/>
                  <a:gd name="T49" fmla="*/ 13 h 47"/>
                  <a:gd name="T50" fmla="*/ 16 w 32"/>
                  <a:gd name="T51" fmla="*/ 23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2" h="47">
                    <a:moveTo>
                      <a:pt x="31" y="16"/>
                    </a:moveTo>
                    <a:cubicBezTo>
                      <a:pt x="31" y="15"/>
                      <a:pt x="31" y="14"/>
                      <a:pt x="31" y="13"/>
                    </a:cubicBezTo>
                    <a:cubicBezTo>
                      <a:pt x="32" y="6"/>
                      <a:pt x="25" y="0"/>
                      <a:pt x="16" y="0"/>
                    </a:cubicBezTo>
                    <a:cubicBezTo>
                      <a:pt x="8" y="0"/>
                      <a:pt x="1" y="6"/>
                      <a:pt x="1" y="13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1" y="16"/>
                      <a:pt x="1" y="17"/>
                      <a:pt x="1" y="18"/>
                    </a:cubicBezTo>
                    <a:cubicBezTo>
                      <a:pt x="1" y="19"/>
                      <a:pt x="1" y="20"/>
                      <a:pt x="1" y="20"/>
                    </a:cubicBezTo>
                    <a:cubicBezTo>
                      <a:pt x="1" y="21"/>
                      <a:pt x="1" y="22"/>
                      <a:pt x="1" y="23"/>
                    </a:cubicBezTo>
                    <a:cubicBezTo>
                      <a:pt x="1" y="24"/>
                      <a:pt x="1" y="25"/>
                      <a:pt x="1" y="26"/>
                    </a:cubicBezTo>
                    <a:cubicBezTo>
                      <a:pt x="1" y="27"/>
                      <a:pt x="0" y="28"/>
                      <a:pt x="0" y="28"/>
                    </a:cubicBezTo>
                    <a:cubicBezTo>
                      <a:pt x="0" y="29"/>
                      <a:pt x="1" y="30"/>
                      <a:pt x="1" y="31"/>
                    </a:cubicBezTo>
                    <a:cubicBezTo>
                      <a:pt x="0" y="32"/>
                      <a:pt x="0" y="33"/>
                      <a:pt x="0" y="34"/>
                    </a:cubicBezTo>
                    <a:cubicBezTo>
                      <a:pt x="0" y="41"/>
                      <a:pt x="7" y="47"/>
                      <a:pt x="15" y="47"/>
                    </a:cubicBezTo>
                    <a:cubicBezTo>
                      <a:pt x="24" y="47"/>
                      <a:pt x="31" y="41"/>
                      <a:pt x="31" y="34"/>
                    </a:cubicBezTo>
                    <a:cubicBezTo>
                      <a:pt x="31" y="33"/>
                      <a:pt x="31" y="32"/>
                      <a:pt x="31" y="32"/>
                    </a:cubicBezTo>
                    <a:cubicBezTo>
                      <a:pt x="31" y="31"/>
                      <a:pt x="31" y="30"/>
                      <a:pt x="31" y="29"/>
                    </a:cubicBezTo>
                    <a:cubicBezTo>
                      <a:pt x="31" y="28"/>
                      <a:pt x="31" y="27"/>
                      <a:pt x="31" y="26"/>
                    </a:cubicBezTo>
                    <a:cubicBezTo>
                      <a:pt x="31" y="25"/>
                      <a:pt x="31" y="24"/>
                      <a:pt x="31" y="23"/>
                    </a:cubicBezTo>
                    <a:cubicBezTo>
                      <a:pt x="31" y="23"/>
                      <a:pt x="31" y="22"/>
                      <a:pt x="31" y="21"/>
                    </a:cubicBezTo>
                    <a:cubicBezTo>
                      <a:pt x="31" y="20"/>
                      <a:pt x="31" y="19"/>
                      <a:pt x="31" y="18"/>
                    </a:cubicBezTo>
                    <a:cubicBezTo>
                      <a:pt x="31" y="17"/>
                      <a:pt x="31" y="16"/>
                      <a:pt x="31" y="16"/>
                    </a:cubicBezTo>
                    <a:close/>
                    <a:moveTo>
                      <a:pt x="16" y="23"/>
                    </a:moveTo>
                    <a:cubicBezTo>
                      <a:pt x="9" y="23"/>
                      <a:pt x="4" y="19"/>
                      <a:pt x="4" y="13"/>
                    </a:cubicBezTo>
                    <a:cubicBezTo>
                      <a:pt x="4" y="7"/>
                      <a:pt x="10" y="3"/>
                      <a:pt x="16" y="3"/>
                    </a:cubicBezTo>
                    <a:cubicBezTo>
                      <a:pt x="23" y="3"/>
                      <a:pt x="28" y="8"/>
                      <a:pt x="28" y="13"/>
                    </a:cubicBezTo>
                    <a:cubicBezTo>
                      <a:pt x="28" y="19"/>
                      <a:pt x="23" y="23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26"/>
              <p:cNvSpPr>
                <a:spLocks noEditPoints="1"/>
              </p:cNvSpPr>
              <p:nvPr/>
            </p:nvSpPr>
            <p:spPr bwMode="auto">
              <a:xfrm>
                <a:off x="3708400" y="6669088"/>
                <a:ext cx="28575" cy="41275"/>
              </a:xfrm>
              <a:custGeom>
                <a:avLst/>
                <a:gdLst>
                  <a:gd name="T0" fmla="*/ 9 w 10"/>
                  <a:gd name="T1" fmla="*/ 7 h 15"/>
                  <a:gd name="T2" fmla="*/ 8 w 10"/>
                  <a:gd name="T3" fmla="*/ 7 h 15"/>
                  <a:gd name="T4" fmla="*/ 6 w 10"/>
                  <a:gd name="T5" fmla="*/ 6 h 15"/>
                  <a:gd name="T6" fmla="*/ 6 w 10"/>
                  <a:gd name="T7" fmla="*/ 2 h 15"/>
                  <a:gd name="T8" fmla="*/ 7 w 10"/>
                  <a:gd name="T9" fmla="*/ 2 h 15"/>
                  <a:gd name="T10" fmla="*/ 8 w 10"/>
                  <a:gd name="T11" fmla="*/ 4 h 15"/>
                  <a:gd name="T12" fmla="*/ 10 w 10"/>
                  <a:gd name="T13" fmla="*/ 3 h 15"/>
                  <a:gd name="T14" fmla="*/ 8 w 10"/>
                  <a:gd name="T15" fmla="*/ 1 h 15"/>
                  <a:gd name="T16" fmla="*/ 6 w 10"/>
                  <a:gd name="T17" fmla="*/ 0 h 15"/>
                  <a:gd name="T18" fmla="*/ 6 w 10"/>
                  <a:gd name="T19" fmla="*/ 0 h 15"/>
                  <a:gd name="T20" fmla="*/ 5 w 10"/>
                  <a:gd name="T21" fmla="*/ 0 h 15"/>
                  <a:gd name="T22" fmla="*/ 5 w 10"/>
                  <a:gd name="T23" fmla="*/ 0 h 15"/>
                  <a:gd name="T24" fmla="*/ 2 w 10"/>
                  <a:gd name="T25" fmla="*/ 1 h 15"/>
                  <a:gd name="T26" fmla="*/ 1 w 10"/>
                  <a:gd name="T27" fmla="*/ 4 h 15"/>
                  <a:gd name="T28" fmla="*/ 1 w 10"/>
                  <a:gd name="T29" fmla="*/ 5 h 15"/>
                  <a:gd name="T30" fmla="*/ 2 w 10"/>
                  <a:gd name="T31" fmla="*/ 7 h 15"/>
                  <a:gd name="T32" fmla="*/ 5 w 10"/>
                  <a:gd name="T33" fmla="*/ 7 h 15"/>
                  <a:gd name="T34" fmla="*/ 5 w 10"/>
                  <a:gd name="T35" fmla="*/ 12 h 15"/>
                  <a:gd name="T36" fmla="*/ 3 w 10"/>
                  <a:gd name="T37" fmla="*/ 11 h 15"/>
                  <a:gd name="T38" fmla="*/ 2 w 10"/>
                  <a:gd name="T39" fmla="*/ 9 h 15"/>
                  <a:gd name="T40" fmla="*/ 0 w 10"/>
                  <a:gd name="T41" fmla="*/ 10 h 15"/>
                  <a:gd name="T42" fmla="*/ 1 w 10"/>
                  <a:gd name="T43" fmla="*/ 12 h 15"/>
                  <a:gd name="T44" fmla="*/ 2 w 10"/>
                  <a:gd name="T45" fmla="*/ 13 h 15"/>
                  <a:gd name="T46" fmla="*/ 5 w 10"/>
                  <a:gd name="T47" fmla="*/ 13 h 15"/>
                  <a:gd name="T48" fmla="*/ 5 w 10"/>
                  <a:gd name="T49" fmla="*/ 15 h 15"/>
                  <a:gd name="T50" fmla="*/ 6 w 10"/>
                  <a:gd name="T51" fmla="*/ 15 h 15"/>
                  <a:gd name="T52" fmla="*/ 6 w 10"/>
                  <a:gd name="T53" fmla="*/ 13 h 15"/>
                  <a:gd name="T54" fmla="*/ 9 w 10"/>
                  <a:gd name="T55" fmla="*/ 12 h 15"/>
                  <a:gd name="T56" fmla="*/ 10 w 10"/>
                  <a:gd name="T57" fmla="*/ 10 h 15"/>
                  <a:gd name="T58" fmla="*/ 10 w 10"/>
                  <a:gd name="T59" fmla="*/ 8 h 15"/>
                  <a:gd name="T60" fmla="*/ 9 w 10"/>
                  <a:gd name="T61" fmla="*/ 7 h 15"/>
                  <a:gd name="T62" fmla="*/ 5 w 10"/>
                  <a:gd name="T63" fmla="*/ 6 h 15"/>
                  <a:gd name="T64" fmla="*/ 3 w 10"/>
                  <a:gd name="T65" fmla="*/ 5 h 15"/>
                  <a:gd name="T66" fmla="*/ 2 w 10"/>
                  <a:gd name="T67" fmla="*/ 4 h 15"/>
                  <a:gd name="T68" fmla="*/ 3 w 10"/>
                  <a:gd name="T69" fmla="*/ 2 h 15"/>
                  <a:gd name="T70" fmla="*/ 5 w 10"/>
                  <a:gd name="T71" fmla="*/ 2 h 15"/>
                  <a:gd name="T72" fmla="*/ 5 w 10"/>
                  <a:gd name="T73" fmla="*/ 6 h 15"/>
                  <a:gd name="T74" fmla="*/ 7 w 10"/>
                  <a:gd name="T75" fmla="*/ 11 h 15"/>
                  <a:gd name="T76" fmla="*/ 6 w 10"/>
                  <a:gd name="T77" fmla="*/ 12 h 15"/>
                  <a:gd name="T78" fmla="*/ 6 w 10"/>
                  <a:gd name="T79" fmla="*/ 8 h 15"/>
                  <a:gd name="T80" fmla="*/ 8 w 10"/>
                  <a:gd name="T81" fmla="*/ 8 h 15"/>
                  <a:gd name="T82" fmla="*/ 8 w 10"/>
                  <a:gd name="T83" fmla="*/ 10 h 15"/>
                  <a:gd name="T84" fmla="*/ 7 w 10"/>
                  <a:gd name="T85" fmla="*/ 1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" h="15">
                    <a:moveTo>
                      <a:pt x="9" y="7"/>
                    </a:moveTo>
                    <a:cubicBezTo>
                      <a:pt x="9" y="7"/>
                      <a:pt x="8" y="7"/>
                      <a:pt x="8" y="7"/>
                    </a:cubicBezTo>
                    <a:cubicBezTo>
                      <a:pt x="7" y="6"/>
                      <a:pt x="7" y="6"/>
                      <a:pt x="6" y="6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7" y="2"/>
                      <a:pt x="7" y="2"/>
                    </a:cubicBezTo>
                    <a:cubicBezTo>
                      <a:pt x="8" y="3"/>
                      <a:pt x="8" y="3"/>
                      <a:pt x="8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2"/>
                      <a:pt x="9" y="2"/>
                      <a:pt x="8" y="1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3" y="1"/>
                      <a:pt x="2" y="1"/>
                    </a:cubicBezTo>
                    <a:cubicBezTo>
                      <a:pt x="1" y="2"/>
                      <a:pt x="1" y="3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6"/>
                      <a:pt x="2" y="6"/>
                      <a:pt x="2" y="7"/>
                    </a:cubicBezTo>
                    <a:cubicBezTo>
                      <a:pt x="3" y="7"/>
                      <a:pt x="4" y="7"/>
                      <a:pt x="5" y="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3" y="12"/>
                      <a:pt x="3" y="11"/>
                    </a:cubicBezTo>
                    <a:cubicBezTo>
                      <a:pt x="2" y="11"/>
                      <a:pt x="2" y="10"/>
                      <a:pt x="2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1" y="11"/>
                      <a:pt x="1" y="12"/>
                    </a:cubicBezTo>
                    <a:cubicBezTo>
                      <a:pt x="1" y="12"/>
                      <a:pt x="2" y="13"/>
                      <a:pt x="2" y="13"/>
                    </a:cubicBezTo>
                    <a:cubicBezTo>
                      <a:pt x="3" y="13"/>
                      <a:pt x="4" y="13"/>
                      <a:pt x="5" y="13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8" y="13"/>
                      <a:pt x="9" y="12"/>
                    </a:cubicBezTo>
                    <a:cubicBezTo>
                      <a:pt x="10" y="12"/>
                      <a:pt x="10" y="11"/>
                      <a:pt x="10" y="10"/>
                    </a:cubicBezTo>
                    <a:cubicBezTo>
                      <a:pt x="10" y="9"/>
                      <a:pt x="10" y="9"/>
                      <a:pt x="10" y="8"/>
                    </a:cubicBezTo>
                    <a:cubicBezTo>
                      <a:pt x="10" y="8"/>
                      <a:pt x="9" y="8"/>
                      <a:pt x="9" y="7"/>
                    </a:cubicBezTo>
                    <a:close/>
                    <a:moveTo>
                      <a:pt x="5" y="6"/>
                    </a:moveTo>
                    <a:cubicBezTo>
                      <a:pt x="4" y="6"/>
                      <a:pt x="3" y="5"/>
                      <a:pt x="3" y="5"/>
                    </a:cubicBezTo>
                    <a:cubicBezTo>
                      <a:pt x="3" y="5"/>
                      <a:pt x="2" y="4"/>
                      <a:pt x="2" y="4"/>
                    </a:cubicBezTo>
                    <a:cubicBezTo>
                      <a:pt x="2" y="3"/>
                      <a:pt x="3" y="3"/>
                      <a:pt x="3" y="2"/>
                    </a:cubicBezTo>
                    <a:cubicBezTo>
                      <a:pt x="4" y="2"/>
                      <a:pt x="4" y="2"/>
                      <a:pt x="5" y="2"/>
                    </a:cubicBezTo>
                    <a:lnTo>
                      <a:pt x="5" y="6"/>
                    </a:lnTo>
                    <a:close/>
                    <a:moveTo>
                      <a:pt x="7" y="11"/>
                    </a:moveTo>
                    <a:cubicBezTo>
                      <a:pt x="7" y="12"/>
                      <a:pt x="6" y="12"/>
                      <a:pt x="6" y="12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8"/>
                      <a:pt x="7" y="8"/>
                      <a:pt x="8" y="8"/>
                    </a:cubicBezTo>
                    <a:cubicBezTo>
                      <a:pt x="8" y="9"/>
                      <a:pt x="8" y="9"/>
                      <a:pt x="8" y="10"/>
                    </a:cubicBezTo>
                    <a:cubicBezTo>
                      <a:pt x="8" y="10"/>
                      <a:pt x="8" y="11"/>
                      <a:pt x="7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27"/>
              <p:cNvSpPr>
                <a:spLocks noEditPoints="1"/>
              </p:cNvSpPr>
              <p:nvPr/>
            </p:nvSpPr>
            <p:spPr bwMode="auto">
              <a:xfrm>
                <a:off x="3673475" y="6403976"/>
                <a:ext cx="246063" cy="201613"/>
              </a:xfrm>
              <a:custGeom>
                <a:avLst/>
                <a:gdLst>
                  <a:gd name="T0" fmla="*/ 69 w 90"/>
                  <a:gd name="T1" fmla="*/ 5 h 74"/>
                  <a:gd name="T2" fmla="*/ 76 w 90"/>
                  <a:gd name="T3" fmla="*/ 12 h 74"/>
                  <a:gd name="T4" fmla="*/ 11 w 90"/>
                  <a:gd name="T5" fmla="*/ 40 h 74"/>
                  <a:gd name="T6" fmla="*/ 17 w 90"/>
                  <a:gd name="T7" fmla="*/ 51 h 74"/>
                  <a:gd name="T8" fmla="*/ 0 w 90"/>
                  <a:gd name="T9" fmla="*/ 64 h 74"/>
                  <a:gd name="T10" fmla="*/ 82 w 90"/>
                  <a:gd name="T11" fmla="*/ 18 h 74"/>
                  <a:gd name="T12" fmla="*/ 87 w 90"/>
                  <a:gd name="T13" fmla="*/ 29 h 74"/>
                  <a:gd name="T14" fmla="*/ 90 w 90"/>
                  <a:gd name="T15" fmla="*/ 0 h 74"/>
                  <a:gd name="T16" fmla="*/ 69 w 90"/>
                  <a:gd name="T17" fmla="*/ 5 h 74"/>
                  <a:gd name="T18" fmla="*/ 12 w 90"/>
                  <a:gd name="T19" fmla="*/ 61 h 74"/>
                  <a:gd name="T20" fmla="*/ 22 w 90"/>
                  <a:gd name="T21" fmla="*/ 53 h 74"/>
                  <a:gd name="T22" fmla="*/ 62 w 90"/>
                  <a:gd name="T23" fmla="*/ 39 h 74"/>
                  <a:gd name="T24" fmla="*/ 12 w 90"/>
                  <a:gd name="T25" fmla="*/ 6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4">
                    <a:moveTo>
                      <a:pt x="69" y="5"/>
                    </a:move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47" y="47"/>
                      <a:pt x="11" y="40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51" y="74"/>
                      <a:pt x="82" y="18"/>
                    </a:cubicBezTo>
                    <a:cubicBezTo>
                      <a:pt x="87" y="29"/>
                      <a:pt x="87" y="29"/>
                      <a:pt x="87" y="29"/>
                    </a:cubicBezTo>
                    <a:cubicBezTo>
                      <a:pt x="90" y="0"/>
                      <a:pt x="90" y="0"/>
                      <a:pt x="90" y="0"/>
                    </a:cubicBezTo>
                    <a:lnTo>
                      <a:pt x="69" y="5"/>
                    </a:lnTo>
                    <a:close/>
                    <a:moveTo>
                      <a:pt x="12" y="61"/>
                    </a:moveTo>
                    <a:cubicBezTo>
                      <a:pt x="22" y="53"/>
                      <a:pt x="22" y="53"/>
                      <a:pt x="22" y="53"/>
                    </a:cubicBezTo>
                    <a:cubicBezTo>
                      <a:pt x="22" y="53"/>
                      <a:pt x="40" y="56"/>
                      <a:pt x="62" y="39"/>
                    </a:cubicBezTo>
                    <a:cubicBezTo>
                      <a:pt x="62" y="39"/>
                      <a:pt x="43" y="60"/>
                      <a:pt x="1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 28"/>
              <p:cNvSpPr>
                <a:spLocks noEditPoints="1"/>
              </p:cNvSpPr>
              <p:nvPr/>
            </p:nvSpPr>
            <p:spPr bwMode="auto">
              <a:xfrm>
                <a:off x="3771900" y="6577013"/>
                <a:ext cx="84138" cy="203200"/>
              </a:xfrm>
              <a:custGeom>
                <a:avLst/>
                <a:gdLst>
                  <a:gd name="T0" fmla="*/ 30 w 31"/>
                  <a:gd name="T1" fmla="*/ 37 h 75"/>
                  <a:gd name="T2" fmla="*/ 31 w 31"/>
                  <a:gd name="T3" fmla="*/ 34 h 75"/>
                  <a:gd name="T4" fmla="*/ 30 w 31"/>
                  <a:gd name="T5" fmla="*/ 32 h 75"/>
                  <a:gd name="T6" fmla="*/ 31 w 31"/>
                  <a:gd name="T7" fmla="*/ 29 h 75"/>
                  <a:gd name="T8" fmla="*/ 30 w 31"/>
                  <a:gd name="T9" fmla="*/ 26 h 75"/>
                  <a:gd name="T10" fmla="*/ 31 w 31"/>
                  <a:gd name="T11" fmla="*/ 23 h 75"/>
                  <a:gd name="T12" fmla="*/ 30 w 31"/>
                  <a:gd name="T13" fmla="*/ 21 h 75"/>
                  <a:gd name="T14" fmla="*/ 31 w 31"/>
                  <a:gd name="T15" fmla="*/ 18 h 75"/>
                  <a:gd name="T16" fmla="*/ 31 w 31"/>
                  <a:gd name="T17" fmla="*/ 16 h 75"/>
                  <a:gd name="T18" fmla="*/ 31 w 31"/>
                  <a:gd name="T19" fmla="*/ 13 h 75"/>
                  <a:gd name="T20" fmla="*/ 16 w 31"/>
                  <a:gd name="T21" fmla="*/ 0 h 75"/>
                  <a:gd name="T22" fmla="*/ 1 w 31"/>
                  <a:gd name="T23" fmla="*/ 13 h 75"/>
                  <a:gd name="T24" fmla="*/ 1 w 31"/>
                  <a:gd name="T25" fmla="*/ 15 h 75"/>
                  <a:gd name="T26" fmla="*/ 1 w 31"/>
                  <a:gd name="T27" fmla="*/ 18 h 75"/>
                  <a:gd name="T28" fmla="*/ 1 w 31"/>
                  <a:gd name="T29" fmla="*/ 20 h 75"/>
                  <a:gd name="T30" fmla="*/ 1 w 31"/>
                  <a:gd name="T31" fmla="*/ 23 h 75"/>
                  <a:gd name="T32" fmla="*/ 1 w 31"/>
                  <a:gd name="T33" fmla="*/ 26 h 75"/>
                  <a:gd name="T34" fmla="*/ 0 w 31"/>
                  <a:gd name="T35" fmla="*/ 29 h 75"/>
                  <a:gd name="T36" fmla="*/ 1 w 31"/>
                  <a:gd name="T37" fmla="*/ 31 h 75"/>
                  <a:gd name="T38" fmla="*/ 0 w 31"/>
                  <a:gd name="T39" fmla="*/ 34 h 75"/>
                  <a:gd name="T40" fmla="*/ 1 w 31"/>
                  <a:gd name="T41" fmla="*/ 38 h 75"/>
                  <a:gd name="T42" fmla="*/ 1 w 31"/>
                  <a:gd name="T43" fmla="*/ 41 h 75"/>
                  <a:gd name="T44" fmla="*/ 1 w 31"/>
                  <a:gd name="T45" fmla="*/ 43 h 75"/>
                  <a:gd name="T46" fmla="*/ 1 w 31"/>
                  <a:gd name="T47" fmla="*/ 46 h 75"/>
                  <a:gd name="T48" fmla="*/ 1 w 31"/>
                  <a:gd name="T49" fmla="*/ 48 h 75"/>
                  <a:gd name="T50" fmla="*/ 1 w 31"/>
                  <a:gd name="T51" fmla="*/ 51 h 75"/>
                  <a:gd name="T52" fmla="*/ 1 w 31"/>
                  <a:gd name="T53" fmla="*/ 54 h 75"/>
                  <a:gd name="T54" fmla="*/ 0 w 31"/>
                  <a:gd name="T55" fmla="*/ 56 h 75"/>
                  <a:gd name="T56" fmla="*/ 1 w 31"/>
                  <a:gd name="T57" fmla="*/ 59 h 75"/>
                  <a:gd name="T58" fmla="*/ 0 w 31"/>
                  <a:gd name="T59" fmla="*/ 62 h 75"/>
                  <a:gd name="T60" fmla="*/ 15 w 31"/>
                  <a:gd name="T61" fmla="*/ 75 h 75"/>
                  <a:gd name="T62" fmla="*/ 31 w 31"/>
                  <a:gd name="T63" fmla="*/ 62 h 75"/>
                  <a:gd name="T64" fmla="*/ 30 w 31"/>
                  <a:gd name="T65" fmla="*/ 60 h 75"/>
                  <a:gd name="T66" fmla="*/ 31 w 31"/>
                  <a:gd name="T67" fmla="*/ 57 h 75"/>
                  <a:gd name="T68" fmla="*/ 30 w 31"/>
                  <a:gd name="T69" fmla="*/ 54 h 75"/>
                  <a:gd name="T70" fmla="*/ 31 w 31"/>
                  <a:gd name="T71" fmla="*/ 51 h 75"/>
                  <a:gd name="T72" fmla="*/ 30 w 31"/>
                  <a:gd name="T73" fmla="*/ 49 h 75"/>
                  <a:gd name="T74" fmla="*/ 31 w 31"/>
                  <a:gd name="T75" fmla="*/ 46 h 75"/>
                  <a:gd name="T76" fmla="*/ 31 w 31"/>
                  <a:gd name="T77" fmla="*/ 44 h 75"/>
                  <a:gd name="T78" fmla="*/ 31 w 31"/>
                  <a:gd name="T79" fmla="*/ 41 h 75"/>
                  <a:gd name="T80" fmla="*/ 30 w 31"/>
                  <a:gd name="T81" fmla="*/ 37 h 75"/>
                  <a:gd name="T82" fmla="*/ 16 w 31"/>
                  <a:gd name="T83" fmla="*/ 23 h 75"/>
                  <a:gd name="T84" fmla="*/ 4 w 31"/>
                  <a:gd name="T85" fmla="*/ 13 h 75"/>
                  <a:gd name="T86" fmla="*/ 16 w 31"/>
                  <a:gd name="T87" fmla="*/ 3 h 75"/>
                  <a:gd name="T88" fmla="*/ 28 w 31"/>
                  <a:gd name="T89" fmla="*/ 13 h 75"/>
                  <a:gd name="T90" fmla="*/ 16 w 31"/>
                  <a:gd name="T91" fmla="*/ 2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1" h="75">
                    <a:moveTo>
                      <a:pt x="30" y="37"/>
                    </a:moveTo>
                    <a:cubicBezTo>
                      <a:pt x="30" y="36"/>
                      <a:pt x="31" y="35"/>
                      <a:pt x="31" y="34"/>
                    </a:cubicBezTo>
                    <a:cubicBezTo>
                      <a:pt x="31" y="33"/>
                      <a:pt x="30" y="32"/>
                      <a:pt x="30" y="32"/>
                    </a:cubicBezTo>
                    <a:cubicBezTo>
                      <a:pt x="31" y="31"/>
                      <a:pt x="31" y="30"/>
                      <a:pt x="31" y="29"/>
                    </a:cubicBezTo>
                    <a:cubicBezTo>
                      <a:pt x="31" y="28"/>
                      <a:pt x="31" y="27"/>
                      <a:pt x="30" y="26"/>
                    </a:cubicBezTo>
                    <a:cubicBezTo>
                      <a:pt x="31" y="25"/>
                      <a:pt x="31" y="24"/>
                      <a:pt x="31" y="23"/>
                    </a:cubicBezTo>
                    <a:cubicBezTo>
                      <a:pt x="31" y="23"/>
                      <a:pt x="31" y="22"/>
                      <a:pt x="30" y="21"/>
                    </a:cubicBezTo>
                    <a:cubicBezTo>
                      <a:pt x="31" y="20"/>
                      <a:pt x="31" y="19"/>
                      <a:pt x="31" y="18"/>
                    </a:cubicBezTo>
                    <a:cubicBezTo>
                      <a:pt x="31" y="17"/>
                      <a:pt x="31" y="17"/>
                      <a:pt x="31" y="16"/>
                    </a:cubicBezTo>
                    <a:cubicBezTo>
                      <a:pt x="31" y="15"/>
                      <a:pt x="31" y="14"/>
                      <a:pt x="31" y="13"/>
                    </a:cubicBezTo>
                    <a:cubicBezTo>
                      <a:pt x="31" y="6"/>
                      <a:pt x="24" y="0"/>
                      <a:pt x="16" y="0"/>
                    </a:cubicBezTo>
                    <a:cubicBezTo>
                      <a:pt x="8" y="0"/>
                      <a:pt x="1" y="6"/>
                      <a:pt x="1" y="13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1" y="16"/>
                      <a:pt x="1" y="17"/>
                      <a:pt x="1" y="18"/>
                    </a:cubicBezTo>
                    <a:cubicBezTo>
                      <a:pt x="1" y="19"/>
                      <a:pt x="1" y="20"/>
                      <a:pt x="1" y="20"/>
                    </a:cubicBezTo>
                    <a:cubicBezTo>
                      <a:pt x="1" y="21"/>
                      <a:pt x="1" y="22"/>
                      <a:pt x="1" y="23"/>
                    </a:cubicBezTo>
                    <a:cubicBezTo>
                      <a:pt x="1" y="24"/>
                      <a:pt x="1" y="25"/>
                      <a:pt x="1" y="26"/>
                    </a:cubicBezTo>
                    <a:cubicBezTo>
                      <a:pt x="1" y="27"/>
                      <a:pt x="0" y="28"/>
                      <a:pt x="0" y="29"/>
                    </a:cubicBezTo>
                    <a:cubicBezTo>
                      <a:pt x="0" y="29"/>
                      <a:pt x="1" y="30"/>
                      <a:pt x="1" y="31"/>
                    </a:cubicBezTo>
                    <a:cubicBezTo>
                      <a:pt x="1" y="32"/>
                      <a:pt x="0" y="33"/>
                      <a:pt x="0" y="34"/>
                    </a:cubicBezTo>
                    <a:cubicBezTo>
                      <a:pt x="0" y="35"/>
                      <a:pt x="1" y="37"/>
                      <a:pt x="1" y="38"/>
                    </a:cubicBezTo>
                    <a:cubicBezTo>
                      <a:pt x="1" y="39"/>
                      <a:pt x="1" y="40"/>
                      <a:pt x="1" y="41"/>
                    </a:cubicBezTo>
                    <a:cubicBezTo>
                      <a:pt x="1" y="42"/>
                      <a:pt x="1" y="43"/>
                      <a:pt x="1" y="43"/>
                    </a:cubicBezTo>
                    <a:cubicBezTo>
                      <a:pt x="1" y="44"/>
                      <a:pt x="1" y="45"/>
                      <a:pt x="1" y="46"/>
                    </a:cubicBezTo>
                    <a:cubicBezTo>
                      <a:pt x="1" y="47"/>
                      <a:pt x="1" y="48"/>
                      <a:pt x="1" y="48"/>
                    </a:cubicBezTo>
                    <a:cubicBezTo>
                      <a:pt x="1" y="49"/>
                      <a:pt x="1" y="50"/>
                      <a:pt x="1" y="51"/>
                    </a:cubicBezTo>
                    <a:cubicBezTo>
                      <a:pt x="1" y="52"/>
                      <a:pt x="1" y="53"/>
                      <a:pt x="1" y="54"/>
                    </a:cubicBezTo>
                    <a:cubicBezTo>
                      <a:pt x="1" y="55"/>
                      <a:pt x="0" y="56"/>
                      <a:pt x="0" y="56"/>
                    </a:cubicBezTo>
                    <a:cubicBezTo>
                      <a:pt x="0" y="57"/>
                      <a:pt x="1" y="58"/>
                      <a:pt x="1" y="59"/>
                    </a:cubicBezTo>
                    <a:cubicBezTo>
                      <a:pt x="1" y="60"/>
                      <a:pt x="0" y="61"/>
                      <a:pt x="0" y="62"/>
                    </a:cubicBezTo>
                    <a:cubicBezTo>
                      <a:pt x="0" y="69"/>
                      <a:pt x="7" y="75"/>
                      <a:pt x="15" y="75"/>
                    </a:cubicBezTo>
                    <a:cubicBezTo>
                      <a:pt x="24" y="75"/>
                      <a:pt x="30" y="69"/>
                      <a:pt x="31" y="62"/>
                    </a:cubicBezTo>
                    <a:cubicBezTo>
                      <a:pt x="31" y="61"/>
                      <a:pt x="30" y="60"/>
                      <a:pt x="30" y="60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1" y="56"/>
                      <a:pt x="31" y="55"/>
                      <a:pt x="30" y="54"/>
                    </a:cubicBezTo>
                    <a:cubicBezTo>
                      <a:pt x="31" y="53"/>
                      <a:pt x="31" y="52"/>
                      <a:pt x="31" y="51"/>
                    </a:cubicBezTo>
                    <a:cubicBezTo>
                      <a:pt x="31" y="51"/>
                      <a:pt x="31" y="50"/>
                      <a:pt x="30" y="49"/>
                    </a:cubicBezTo>
                    <a:cubicBezTo>
                      <a:pt x="31" y="48"/>
                      <a:pt x="31" y="47"/>
                      <a:pt x="31" y="46"/>
                    </a:cubicBezTo>
                    <a:cubicBezTo>
                      <a:pt x="31" y="45"/>
                      <a:pt x="31" y="45"/>
                      <a:pt x="31" y="44"/>
                    </a:cubicBezTo>
                    <a:cubicBezTo>
                      <a:pt x="31" y="43"/>
                      <a:pt x="31" y="42"/>
                      <a:pt x="31" y="41"/>
                    </a:cubicBezTo>
                    <a:cubicBezTo>
                      <a:pt x="31" y="40"/>
                      <a:pt x="31" y="38"/>
                      <a:pt x="30" y="37"/>
                    </a:cubicBezTo>
                    <a:close/>
                    <a:moveTo>
                      <a:pt x="16" y="23"/>
                    </a:moveTo>
                    <a:cubicBezTo>
                      <a:pt x="9" y="23"/>
                      <a:pt x="4" y="19"/>
                      <a:pt x="4" y="13"/>
                    </a:cubicBezTo>
                    <a:cubicBezTo>
                      <a:pt x="4" y="7"/>
                      <a:pt x="9" y="3"/>
                      <a:pt x="16" y="3"/>
                    </a:cubicBezTo>
                    <a:cubicBezTo>
                      <a:pt x="23" y="3"/>
                      <a:pt x="28" y="8"/>
                      <a:pt x="28" y="13"/>
                    </a:cubicBezTo>
                    <a:cubicBezTo>
                      <a:pt x="28" y="19"/>
                      <a:pt x="22" y="24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29"/>
              <p:cNvSpPr>
                <a:spLocks noEditPoints="1"/>
              </p:cNvSpPr>
              <p:nvPr/>
            </p:nvSpPr>
            <p:spPr bwMode="auto">
              <a:xfrm>
                <a:off x="3802063" y="6592888"/>
                <a:ext cx="26988" cy="41275"/>
              </a:xfrm>
              <a:custGeom>
                <a:avLst/>
                <a:gdLst>
                  <a:gd name="T0" fmla="*/ 9 w 10"/>
                  <a:gd name="T1" fmla="*/ 7 h 15"/>
                  <a:gd name="T2" fmla="*/ 7 w 10"/>
                  <a:gd name="T3" fmla="*/ 7 h 15"/>
                  <a:gd name="T4" fmla="*/ 6 w 10"/>
                  <a:gd name="T5" fmla="*/ 6 h 15"/>
                  <a:gd name="T6" fmla="*/ 6 w 10"/>
                  <a:gd name="T7" fmla="*/ 2 h 15"/>
                  <a:gd name="T8" fmla="*/ 7 w 10"/>
                  <a:gd name="T9" fmla="*/ 2 h 15"/>
                  <a:gd name="T10" fmla="*/ 8 w 10"/>
                  <a:gd name="T11" fmla="*/ 4 h 15"/>
                  <a:gd name="T12" fmla="*/ 9 w 10"/>
                  <a:gd name="T13" fmla="*/ 4 h 15"/>
                  <a:gd name="T14" fmla="*/ 8 w 10"/>
                  <a:gd name="T15" fmla="*/ 1 h 15"/>
                  <a:gd name="T16" fmla="*/ 6 w 10"/>
                  <a:gd name="T17" fmla="*/ 0 h 15"/>
                  <a:gd name="T18" fmla="*/ 6 w 10"/>
                  <a:gd name="T19" fmla="*/ 0 h 15"/>
                  <a:gd name="T20" fmla="*/ 5 w 10"/>
                  <a:gd name="T21" fmla="*/ 0 h 15"/>
                  <a:gd name="T22" fmla="*/ 5 w 10"/>
                  <a:gd name="T23" fmla="*/ 0 h 15"/>
                  <a:gd name="T24" fmla="*/ 2 w 10"/>
                  <a:gd name="T25" fmla="*/ 1 h 15"/>
                  <a:gd name="T26" fmla="*/ 1 w 10"/>
                  <a:gd name="T27" fmla="*/ 4 h 15"/>
                  <a:gd name="T28" fmla="*/ 1 w 10"/>
                  <a:gd name="T29" fmla="*/ 5 h 15"/>
                  <a:gd name="T30" fmla="*/ 2 w 10"/>
                  <a:gd name="T31" fmla="*/ 7 h 15"/>
                  <a:gd name="T32" fmla="*/ 4 w 10"/>
                  <a:gd name="T33" fmla="*/ 7 h 15"/>
                  <a:gd name="T34" fmla="*/ 4 w 10"/>
                  <a:gd name="T35" fmla="*/ 12 h 15"/>
                  <a:gd name="T36" fmla="*/ 3 w 10"/>
                  <a:gd name="T37" fmla="*/ 11 h 15"/>
                  <a:gd name="T38" fmla="*/ 2 w 10"/>
                  <a:gd name="T39" fmla="*/ 9 h 15"/>
                  <a:gd name="T40" fmla="*/ 0 w 10"/>
                  <a:gd name="T41" fmla="*/ 10 h 15"/>
                  <a:gd name="T42" fmla="*/ 1 w 10"/>
                  <a:gd name="T43" fmla="*/ 12 h 15"/>
                  <a:gd name="T44" fmla="*/ 2 w 10"/>
                  <a:gd name="T45" fmla="*/ 13 h 15"/>
                  <a:gd name="T46" fmla="*/ 4 w 10"/>
                  <a:gd name="T47" fmla="*/ 14 h 15"/>
                  <a:gd name="T48" fmla="*/ 4 w 10"/>
                  <a:gd name="T49" fmla="*/ 15 h 15"/>
                  <a:gd name="T50" fmla="*/ 5 w 10"/>
                  <a:gd name="T51" fmla="*/ 15 h 15"/>
                  <a:gd name="T52" fmla="*/ 5 w 10"/>
                  <a:gd name="T53" fmla="*/ 14 h 15"/>
                  <a:gd name="T54" fmla="*/ 8 w 10"/>
                  <a:gd name="T55" fmla="*/ 12 h 15"/>
                  <a:gd name="T56" fmla="*/ 10 w 10"/>
                  <a:gd name="T57" fmla="*/ 10 h 15"/>
                  <a:gd name="T58" fmla="*/ 9 w 10"/>
                  <a:gd name="T59" fmla="*/ 8 h 15"/>
                  <a:gd name="T60" fmla="*/ 9 w 10"/>
                  <a:gd name="T61" fmla="*/ 7 h 15"/>
                  <a:gd name="T62" fmla="*/ 4 w 10"/>
                  <a:gd name="T63" fmla="*/ 6 h 15"/>
                  <a:gd name="T64" fmla="*/ 3 w 10"/>
                  <a:gd name="T65" fmla="*/ 5 h 15"/>
                  <a:gd name="T66" fmla="*/ 2 w 10"/>
                  <a:gd name="T67" fmla="*/ 4 h 15"/>
                  <a:gd name="T68" fmla="*/ 3 w 10"/>
                  <a:gd name="T69" fmla="*/ 2 h 15"/>
                  <a:gd name="T70" fmla="*/ 5 w 10"/>
                  <a:gd name="T71" fmla="*/ 2 h 15"/>
                  <a:gd name="T72" fmla="*/ 4 w 10"/>
                  <a:gd name="T73" fmla="*/ 6 h 15"/>
                  <a:gd name="T74" fmla="*/ 7 w 10"/>
                  <a:gd name="T75" fmla="*/ 11 h 15"/>
                  <a:gd name="T76" fmla="*/ 5 w 10"/>
                  <a:gd name="T77" fmla="*/ 12 h 15"/>
                  <a:gd name="T78" fmla="*/ 6 w 10"/>
                  <a:gd name="T79" fmla="*/ 8 h 15"/>
                  <a:gd name="T80" fmla="*/ 7 w 10"/>
                  <a:gd name="T81" fmla="*/ 9 h 15"/>
                  <a:gd name="T82" fmla="*/ 8 w 10"/>
                  <a:gd name="T83" fmla="*/ 10 h 15"/>
                  <a:gd name="T84" fmla="*/ 7 w 10"/>
                  <a:gd name="T85" fmla="*/ 1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" h="15">
                    <a:moveTo>
                      <a:pt x="9" y="7"/>
                    </a:moveTo>
                    <a:cubicBezTo>
                      <a:pt x="8" y="7"/>
                      <a:pt x="8" y="7"/>
                      <a:pt x="7" y="7"/>
                    </a:cubicBezTo>
                    <a:cubicBezTo>
                      <a:pt x="7" y="6"/>
                      <a:pt x="6" y="6"/>
                      <a:pt x="6" y="6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7" y="2"/>
                      <a:pt x="7" y="2"/>
                    </a:cubicBezTo>
                    <a:cubicBezTo>
                      <a:pt x="7" y="3"/>
                      <a:pt x="8" y="3"/>
                      <a:pt x="8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3"/>
                      <a:pt x="9" y="2"/>
                      <a:pt x="8" y="1"/>
                    </a:cubicBezTo>
                    <a:cubicBezTo>
                      <a:pt x="7" y="1"/>
                      <a:pt x="7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3" y="1"/>
                      <a:pt x="2" y="1"/>
                    </a:cubicBezTo>
                    <a:cubicBezTo>
                      <a:pt x="1" y="2"/>
                      <a:pt x="1" y="3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6"/>
                      <a:pt x="2" y="6"/>
                      <a:pt x="2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3" y="12"/>
                      <a:pt x="3" y="11"/>
                    </a:cubicBezTo>
                    <a:cubicBezTo>
                      <a:pt x="2" y="11"/>
                      <a:pt x="2" y="10"/>
                      <a:pt x="2" y="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1"/>
                      <a:pt x="1" y="12"/>
                    </a:cubicBezTo>
                    <a:cubicBezTo>
                      <a:pt x="1" y="12"/>
                      <a:pt x="2" y="13"/>
                      <a:pt x="2" y="13"/>
                    </a:cubicBezTo>
                    <a:cubicBezTo>
                      <a:pt x="3" y="13"/>
                      <a:pt x="3" y="13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3"/>
                      <a:pt x="8" y="13"/>
                      <a:pt x="8" y="12"/>
                    </a:cubicBezTo>
                    <a:cubicBezTo>
                      <a:pt x="9" y="12"/>
                      <a:pt x="10" y="11"/>
                      <a:pt x="10" y="10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8"/>
                      <a:pt x="9" y="8"/>
                      <a:pt x="9" y="7"/>
                    </a:cubicBezTo>
                    <a:close/>
                    <a:moveTo>
                      <a:pt x="4" y="6"/>
                    </a:moveTo>
                    <a:cubicBezTo>
                      <a:pt x="4" y="6"/>
                      <a:pt x="3" y="5"/>
                      <a:pt x="3" y="5"/>
                    </a:cubicBezTo>
                    <a:cubicBezTo>
                      <a:pt x="2" y="5"/>
                      <a:pt x="2" y="4"/>
                      <a:pt x="2" y="4"/>
                    </a:cubicBezTo>
                    <a:cubicBezTo>
                      <a:pt x="2" y="3"/>
                      <a:pt x="3" y="3"/>
                      <a:pt x="3" y="2"/>
                    </a:cubicBezTo>
                    <a:cubicBezTo>
                      <a:pt x="3" y="2"/>
                      <a:pt x="4" y="2"/>
                      <a:pt x="5" y="2"/>
                    </a:cubicBezTo>
                    <a:lnTo>
                      <a:pt x="4" y="6"/>
                    </a:lnTo>
                    <a:close/>
                    <a:moveTo>
                      <a:pt x="7" y="11"/>
                    </a:moveTo>
                    <a:cubicBezTo>
                      <a:pt x="7" y="12"/>
                      <a:pt x="6" y="12"/>
                      <a:pt x="5" y="12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7" y="8"/>
                      <a:pt x="7" y="9"/>
                    </a:cubicBezTo>
                    <a:cubicBezTo>
                      <a:pt x="8" y="9"/>
                      <a:pt x="8" y="9"/>
                      <a:pt x="8" y="10"/>
                    </a:cubicBezTo>
                    <a:cubicBezTo>
                      <a:pt x="8" y="11"/>
                      <a:pt x="8" y="11"/>
                      <a:pt x="7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30"/>
              <p:cNvSpPr>
                <a:spLocks noEditPoints="1"/>
              </p:cNvSpPr>
              <p:nvPr/>
            </p:nvSpPr>
            <p:spPr bwMode="auto">
              <a:xfrm>
                <a:off x="3867150" y="6518276"/>
                <a:ext cx="87313" cy="261938"/>
              </a:xfrm>
              <a:custGeom>
                <a:avLst/>
                <a:gdLst>
                  <a:gd name="T0" fmla="*/ 31 w 32"/>
                  <a:gd name="T1" fmla="*/ 53 h 96"/>
                  <a:gd name="T2" fmla="*/ 31 w 32"/>
                  <a:gd name="T3" fmla="*/ 47 h 96"/>
                  <a:gd name="T4" fmla="*/ 31 w 32"/>
                  <a:gd name="T5" fmla="*/ 42 h 96"/>
                  <a:gd name="T6" fmla="*/ 31 w 32"/>
                  <a:gd name="T7" fmla="*/ 37 h 96"/>
                  <a:gd name="T8" fmla="*/ 31 w 32"/>
                  <a:gd name="T9" fmla="*/ 34 h 96"/>
                  <a:gd name="T10" fmla="*/ 31 w 32"/>
                  <a:gd name="T11" fmla="*/ 28 h 96"/>
                  <a:gd name="T12" fmla="*/ 31 w 32"/>
                  <a:gd name="T13" fmla="*/ 23 h 96"/>
                  <a:gd name="T14" fmla="*/ 31 w 32"/>
                  <a:gd name="T15" fmla="*/ 18 h 96"/>
                  <a:gd name="T16" fmla="*/ 32 w 32"/>
                  <a:gd name="T17" fmla="*/ 13 h 96"/>
                  <a:gd name="T18" fmla="*/ 1 w 32"/>
                  <a:gd name="T19" fmla="*/ 12 h 96"/>
                  <a:gd name="T20" fmla="*/ 1 w 32"/>
                  <a:gd name="T21" fmla="*/ 17 h 96"/>
                  <a:gd name="T22" fmla="*/ 1 w 32"/>
                  <a:gd name="T23" fmla="*/ 23 h 96"/>
                  <a:gd name="T24" fmla="*/ 0 w 32"/>
                  <a:gd name="T25" fmla="*/ 28 h 96"/>
                  <a:gd name="T26" fmla="*/ 0 w 32"/>
                  <a:gd name="T27" fmla="*/ 33 h 96"/>
                  <a:gd name="T28" fmla="*/ 1 w 32"/>
                  <a:gd name="T29" fmla="*/ 36 h 96"/>
                  <a:gd name="T30" fmla="*/ 1 w 32"/>
                  <a:gd name="T31" fmla="*/ 42 h 96"/>
                  <a:gd name="T32" fmla="*/ 0 w 32"/>
                  <a:gd name="T33" fmla="*/ 47 h 96"/>
                  <a:gd name="T34" fmla="*/ 0 w 32"/>
                  <a:gd name="T35" fmla="*/ 52 h 96"/>
                  <a:gd name="T36" fmla="*/ 1 w 32"/>
                  <a:gd name="T37" fmla="*/ 57 h 96"/>
                  <a:gd name="T38" fmla="*/ 1 w 32"/>
                  <a:gd name="T39" fmla="*/ 62 h 96"/>
                  <a:gd name="T40" fmla="*/ 1 w 32"/>
                  <a:gd name="T41" fmla="*/ 67 h 96"/>
                  <a:gd name="T42" fmla="*/ 1 w 32"/>
                  <a:gd name="T43" fmla="*/ 72 h 96"/>
                  <a:gd name="T44" fmla="*/ 0 w 32"/>
                  <a:gd name="T45" fmla="*/ 77 h 96"/>
                  <a:gd name="T46" fmla="*/ 0 w 32"/>
                  <a:gd name="T47" fmla="*/ 83 h 96"/>
                  <a:gd name="T48" fmla="*/ 31 w 32"/>
                  <a:gd name="T49" fmla="*/ 83 h 96"/>
                  <a:gd name="T50" fmla="*/ 31 w 32"/>
                  <a:gd name="T51" fmla="*/ 78 h 96"/>
                  <a:gd name="T52" fmla="*/ 31 w 32"/>
                  <a:gd name="T53" fmla="*/ 72 h 96"/>
                  <a:gd name="T54" fmla="*/ 31 w 32"/>
                  <a:gd name="T55" fmla="*/ 67 h 96"/>
                  <a:gd name="T56" fmla="*/ 32 w 32"/>
                  <a:gd name="T57" fmla="*/ 62 h 96"/>
                  <a:gd name="T58" fmla="*/ 32 w 32"/>
                  <a:gd name="T59" fmla="*/ 57 h 96"/>
                  <a:gd name="T60" fmla="*/ 16 w 32"/>
                  <a:gd name="T61" fmla="*/ 23 h 96"/>
                  <a:gd name="T62" fmla="*/ 16 w 32"/>
                  <a:gd name="T63" fmla="*/ 2 h 96"/>
                  <a:gd name="T64" fmla="*/ 16 w 32"/>
                  <a:gd name="T65" fmla="*/ 23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" h="96">
                    <a:moveTo>
                      <a:pt x="31" y="54"/>
                    </a:moveTo>
                    <a:cubicBezTo>
                      <a:pt x="31" y="54"/>
                      <a:pt x="31" y="53"/>
                      <a:pt x="31" y="53"/>
                    </a:cubicBezTo>
                    <a:cubicBezTo>
                      <a:pt x="31" y="52"/>
                      <a:pt x="31" y="51"/>
                      <a:pt x="31" y="50"/>
                    </a:cubicBezTo>
                    <a:cubicBezTo>
                      <a:pt x="31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5"/>
                    </a:cubicBezTo>
                    <a:cubicBezTo>
                      <a:pt x="31" y="44"/>
                      <a:pt x="31" y="43"/>
                      <a:pt x="31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1" y="38"/>
                      <a:pt x="31" y="37"/>
                      <a:pt x="31" y="37"/>
                    </a:cubicBezTo>
                    <a:cubicBezTo>
                      <a:pt x="31" y="36"/>
                      <a:pt x="31" y="35"/>
                      <a:pt x="31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3"/>
                      <a:pt x="31" y="32"/>
                      <a:pt x="31" y="31"/>
                    </a:cubicBezTo>
                    <a:cubicBezTo>
                      <a:pt x="31" y="30"/>
                      <a:pt x="31" y="29"/>
                      <a:pt x="31" y="28"/>
                    </a:cubicBezTo>
                    <a:cubicBezTo>
                      <a:pt x="31" y="27"/>
                      <a:pt x="31" y="26"/>
                      <a:pt x="31" y="26"/>
                    </a:cubicBezTo>
                    <a:cubicBezTo>
                      <a:pt x="31" y="25"/>
                      <a:pt x="31" y="24"/>
                      <a:pt x="31" y="23"/>
                    </a:cubicBezTo>
                    <a:cubicBezTo>
                      <a:pt x="31" y="22"/>
                      <a:pt x="31" y="21"/>
                      <a:pt x="31" y="20"/>
                    </a:cubicBezTo>
                    <a:cubicBezTo>
                      <a:pt x="31" y="19"/>
                      <a:pt x="31" y="18"/>
                      <a:pt x="31" y="18"/>
                    </a:cubicBezTo>
                    <a:cubicBezTo>
                      <a:pt x="31" y="17"/>
                      <a:pt x="31" y="16"/>
                      <a:pt x="31" y="15"/>
                    </a:cubicBezTo>
                    <a:cubicBezTo>
                      <a:pt x="31" y="14"/>
                      <a:pt x="32" y="14"/>
                      <a:pt x="32" y="13"/>
                    </a:cubicBezTo>
                    <a:cubicBezTo>
                      <a:pt x="32" y="6"/>
                      <a:pt x="25" y="0"/>
                      <a:pt x="16" y="0"/>
                    </a:cubicBezTo>
                    <a:cubicBezTo>
                      <a:pt x="8" y="0"/>
                      <a:pt x="1" y="5"/>
                      <a:pt x="1" y="12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1" y="16"/>
                      <a:pt x="1" y="16"/>
                      <a:pt x="1" y="17"/>
                    </a:cubicBezTo>
                    <a:cubicBezTo>
                      <a:pt x="1" y="18"/>
                      <a:pt x="1" y="19"/>
                      <a:pt x="1" y="20"/>
                    </a:cubicBezTo>
                    <a:cubicBezTo>
                      <a:pt x="1" y="21"/>
                      <a:pt x="1" y="22"/>
                      <a:pt x="1" y="23"/>
                    </a:cubicBezTo>
                    <a:cubicBezTo>
                      <a:pt x="1" y="23"/>
                      <a:pt x="1" y="24"/>
                      <a:pt x="1" y="25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29"/>
                      <a:pt x="1" y="30"/>
                      <a:pt x="1" y="31"/>
                    </a:cubicBezTo>
                    <a:cubicBezTo>
                      <a:pt x="1" y="31"/>
                      <a:pt x="0" y="32"/>
                      <a:pt x="0" y="33"/>
                    </a:cubicBezTo>
                    <a:cubicBezTo>
                      <a:pt x="0" y="34"/>
                      <a:pt x="0" y="35"/>
                      <a:pt x="1" y="36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1" y="37"/>
                      <a:pt x="1" y="38"/>
                      <a:pt x="1" y="39"/>
                    </a:cubicBezTo>
                    <a:cubicBezTo>
                      <a:pt x="1" y="40"/>
                      <a:pt x="1" y="41"/>
                      <a:pt x="1" y="42"/>
                    </a:cubicBezTo>
                    <a:cubicBezTo>
                      <a:pt x="1" y="43"/>
                      <a:pt x="1" y="43"/>
                      <a:pt x="1" y="44"/>
                    </a:cubicBezTo>
                    <a:cubicBezTo>
                      <a:pt x="1" y="45"/>
                      <a:pt x="0" y="46"/>
                      <a:pt x="0" y="47"/>
                    </a:cubicBezTo>
                    <a:cubicBezTo>
                      <a:pt x="0" y="48"/>
                      <a:pt x="1" y="49"/>
                      <a:pt x="1" y="50"/>
                    </a:cubicBezTo>
                    <a:cubicBezTo>
                      <a:pt x="1" y="51"/>
                      <a:pt x="0" y="51"/>
                      <a:pt x="0" y="52"/>
                    </a:cubicBezTo>
                    <a:cubicBezTo>
                      <a:pt x="0" y="53"/>
                      <a:pt x="1" y="55"/>
                      <a:pt x="1" y="56"/>
                    </a:cubicBezTo>
                    <a:cubicBezTo>
                      <a:pt x="1" y="56"/>
                      <a:pt x="1" y="56"/>
                      <a:pt x="1" y="57"/>
                    </a:cubicBezTo>
                    <a:cubicBezTo>
                      <a:pt x="1" y="58"/>
                      <a:pt x="1" y="59"/>
                      <a:pt x="1" y="60"/>
                    </a:cubicBezTo>
                    <a:cubicBezTo>
                      <a:pt x="1" y="60"/>
                      <a:pt x="1" y="61"/>
                      <a:pt x="1" y="62"/>
                    </a:cubicBezTo>
                    <a:cubicBezTo>
                      <a:pt x="1" y="63"/>
                      <a:pt x="1" y="64"/>
                      <a:pt x="1" y="64"/>
                    </a:cubicBezTo>
                    <a:cubicBezTo>
                      <a:pt x="1" y="65"/>
                      <a:pt x="1" y="66"/>
                      <a:pt x="1" y="67"/>
                    </a:cubicBezTo>
                    <a:cubicBezTo>
                      <a:pt x="1" y="68"/>
                      <a:pt x="1" y="69"/>
                      <a:pt x="1" y="69"/>
                    </a:cubicBezTo>
                    <a:cubicBezTo>
                      <a:pt x="1" y="70"/>
                      <a:pt x="1" y="71"/>
                      <a:pt x="1" y="72"/>
                    </a:cubicBezTo>
                    <a:cubicBezTo>
                      <a:pt x="1" y="73"/>
                      <a:pt x="1" y="74"/>
                      <a:pt x="1" y="75"/>
                    </a:cubicBezTo>
                    <a:cubicBezTo>
                      <a:pt x="1" y="76"/>
                      <a:pt x="0" y="77"/>
                      <a:pt x="0" y="77"/>
                    </a:cubicBezTo>
                    <a:cubicBezTo>
                      <a:pt x="0" y="78"/>
                      <a:pt x="1" y="79"/>
                      <a:pt x="1" y="80"/>
                    </a:cubicBezTo>
                    <a:cubicBezTo>
                      <a:pt x="1" y="81"/>
                      <a:pt x="0" y="82"/>
                      <a:pt x="0" y="83"/>
                    </a:cubicBezTo>
                    <a:cubicBezTo>
                      <a:pt x="0" y="90"/>
                      <a:pt x="7" y="96"/>
                      <a:pt x="16" y="96"/>
                    </a:cubicBezTo>
                    <a:cubicBezTo>
                      <a:pt x="24" y="96"/>
                      <a:pt x="31" y="90"/>
                      <a:pt x="31" y="83"/>
                    </a:cubicBezTo>
                    <a:cubicBezTo>
                      <a:pt x="31" y="82"/>
                      <a:pt x="31" y="81"/>
                      <a:pt x="31" y="81"/>
                    </a:cubicBezTo>
                    <a:cubicBezTo>
                      <a:pt x="31" y="80"/>
                      <a:pt x="31" y="79"/>
                      <a:pt x="31" y="78"/>
                    </a:cubicBezTo>
                    <a:cubicBezTo>
                      <a:pt x="31" y="77"/>
                      <a:pt x="31" y="76"/>
                      <a:pt x="31" y="75"/>
                    </a:cubicBezTo>
                    <a:cubicBezTo>
                      <a:pt x="31" y="74"/>
                      <a:pt x="31" y="73"/>
                      <a:pt x="31" y="72"/>
                    </a:cubicBezTo>
                    <a:cubicBezTo>
                      <a:pt x="31" y="72"/>
                      <a:pt x="31" y="71"/>
                      <a:pt x="31" y="70"/>
                    </a:cubicBezTo>
                    <a:cubicBezTo>
                      <a:pt x="31" y="69"/>
                      <a:pt x="31" y="68"/>
                      <a:pt x="31" y="67"/>
                    </a:cubicBezTo>
                    <a:cubicBezTo>
                      <a:pt x="31" y="66"/>
                      <a:pt x="31" y="65"/>
                      <a:pt x="31" y="65"/>
                    </a:cubicBezTo>
                    <a:cubicBezTo>
                      <a:pt x="31" y="64"/>
                      <a:pt x="32" y="63"/>
                      <a:pt x="32" y="62"/>
                    </a:cubicBezTo>
                    <a:cubicBezTo>
                      <a:pt x="32" y="61"/>
                      <a:pt x="31" y="60"/>
                      <a:pt x="31" y="60"/>
                    </a:cubicBezTo>
                    <a:cubicBezTo>
                      <a:pt x="31" y="59"/>
                      <a:pt x="32" y="58"/>
                      <a:pt x="32" y="57"/>
                    </a:cubicBezTo>
                    <a:cubicBezTo>
                      <a:pt x="32" y="56"/>
                      <a:pt x="31" y="55"/>
                      <a:pt x="31" y="54"/>
                    </a:cubicBezTo>
                    <a:close/>
                    <a:moveTo>
                      <a:pt x="16" y="23"/>
                    </a:moveTo>
                    <a:cubicBezTo>
                      <a:pt x="9" y="23"/>
                      <a:pt x="4" y="18"/>
                      <a:pt x="4" y="12"/>
                    </a:cubicBezTo>
                    <a:cubicBezTo>
                      <a:pt x="4" y="7"/>
                      <a:pt x="10" y="2"/>
                      <a:pt x="16" y="2"/>
                    </a:cubicBezTo>
                    <a:cubicBezTo>
                      <a:pt x="23" y="2"/>
                      <a:pt x="28" y="7"/>
                      <a:pt x="28" y="13"/>
                    </a:cubicBezTo>
                    <a:cubicBezTo>
                      <a:pt x="28" y="18"/>
                      <a:pt x="23" y="23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31"/>
              <p:cNvSpPr>
                <a:spLocks noEditPoints="1"/>
              </p:cNvSpPr>
              <p:nvPr/>
            </p:nvSpPr>
            <p:spPr bwMode="auto">
              <a:xfrm>
                <a:off x="3897313" y="6532563"/>
                <a:ext cx="26988" cy="41275"/>
              </a:xfrm>
              <a:custGeom>
                <a:avLst/>
                <a:gdLst>
                  <a:gd name="T0" fmla="*/ 5 w 10"/>
                  <a:gd name="T1" fmla="*/ 15 h 15"/>
                  <a:gd name="T2" fmla="*/ 5 w 10"/>
                  <a:gd name="T3" fmla="*/ 14 h 15"/>
                  <a:gd name="T4" fmla="*/ 2 w 10"/>
                  <a:gd name="T5" fmla="*/ 13 h 15"/>
                  <a:gd name="T6" fmla="*/ 1 w 10"/>
                  <a:gd name="T7" fmla="*/ 12 h 15"/>
                  <a:gd name="T8" fmla="*/ 0 w 10"/>
                  <a:gd name="T9" fmla="*/ 10 h 15"/>
                  <a:gd name="T10" fmla="*/ 2 w 10"/>
                  <a:gd name="T11" fmla="*/ 10 h 15"/>
                  <a:gd name="T12" fmla="*/ 3 w 10"/>
                  <a:gd name="T13" fmla="*/ 12 h 15"/>
                  <a:gd name="T14" fmla="*/ 5 w 10"/>
                  <a:gd name="T15" fmla="*/ 13 h 15"/>
                  <a:gd name="T16" fmla="*/ 5 w 10"/>
                  <a:gd name="T17" fmla="*/ 8 h 15"/>
                  <a:gd name="T18" fmla="*/ 2 w 10"/>
                  <a:gd name="T19" fmla="*/ 7 h 15"/>
                  <a:gd name="T20" fmla="*/ 1 w 10"/>
                  <a:gd name="T21" fmla="*/ 6 h 15"/>
                  <a:gd name="T22" fmla="*/ 1 w 10"/>
                  <a:gd name="T23" fmla="*/ 4 h 15"/>
                  <a:gd name="T24" fmla="*/ 2 w 10"/>
                  <a:gd name="T25" fmla="*/ 2 h 15"/>
                  <a:gd name="T26" fmla="*/ 5 w 10"/>
                  <a:gd name="T27" fmla="*/ 1 h 15"/>
                  <a:gd name="T28" fmla="*/ 5 w 10"/>
                  <a:gd name="T29" fmla="*/ 0 h 15"/>
                  <a:gd name="T30" fmla="*/ 6 w 10"/>
                  <a:gd name="T31" fmla="*/ 0 h 15"/>
                  <a:gd name="T32" fmla="*/ 6 w 10"/>
                  <a:gd name="T33" fmla="*/ 1 h 15"/>
                  <a:gd name="T34" fmla="*/ 8 w 10"/>
                  <a:gd name="T35" fmla="*/ 2 h 15"/>
                  <a:gd name="T36" fmla="*/ 10 w 10"/>
                  <a:gd name="T37" fmla="*/ 4 h 15"/>
                  <a:gd name="T38" fmla="*/ 8 w 10"/>
                  <a:gd name="T39" fmla="*/ 4 h 15"/>
                  <a:gd name="T40" fmla="*/ 7 w 10"/>
                  <a:gd name="T41" fmla="*/ 3 h 15"/>
                  <a:gd name="T42" fmla="*/ 6 w 10"/>
                  <a:gd name="T43" fmla="*/ 2 h 15"/>
                  <a:gd name="T44" fmla="*/ 6 w 10"/>
                  <a:gd name="T45" fmla="*/ 6 h 15"/>
                  <a:gd name="T46" fmla="*/ 8 w 10"/>
                  <a:gd name="T47" fmla="*/ 7 h 15"/>
                  <a:gd name="T48" fmla="*/ 9 w 10"/>
                  <a:gd name="T49" fmla="*/ 8 h 15"/>
                  <a:gd name="T50" fmla="*/ 10 w 10"/>
                  <a:gd name="T51" fmla="*/ 9 h 15"/>
                  <a:gd name="T52" fmla="*/ 10 w 10"/>
                  <a:gd name="T53" fmla="*/ 10 h 15"/>
                  <a:gd name="T54" fmla="*/ 9 w 10"/>
                  <a:gd name="T55" fmla="*/ 13 h 15"/>
                  <a:gd name="T56" fmla="*/ 6 w 10"/>
                  <a:gd name="T57" fmla="*/ 14 h 15"/>
                  <a:gd name="T58" fmla="*/ 6 w 10"/>
                  <a:gd name="T59" fmla="*/ 15 h 15"/>
                  <a:gd name="T60" fmla="*/ 5 w 10"/>
                  <a:gd name="T61" fmla="*/ 15 h 15"/>
                  <a:gd name="T62" fmla="*/ 5 w 10"/>
                  <a:gd name="T63" fmla="*/ 2 h 15"/>
                  <a:gd name="T64" fmla="*/ 3 w 10"/>
                  <a:gd name="T65" fmla="*/ 3 h 15"/>
                  <a:gd name="T66" fmla="*/ 3 w 10"/>
                  <a:gd name="T67" fmla="*/ 4 h 15"/>
                  <a:gd name="T68" fmla="*/ 3 w 10"/>
                  <a:gd name="T69" fmla="*/ 5 h 15"/>
                  <a:gd name="T70" fmla="*/ 5 w 10"/>
                  <a:gd name="T71" fmla="*/ 6 h 15"/>
                  <a:gd name="T72" fmla="*/ 5 w 10"/>
                  <a:gd name="T73" fmla="*/ 2 h 15"/>
                  <a:gd name="T74" fmla="*/ 6 w 10"/>
                  <a:gd name="T75" fmla="*/ 13 h 15"/>
                  <a:gd name="T76" fmla="*/ 8 w 10"/>
                  <a:gd name="T77" fmla="*/ 12 h 15"/>
                  <a:gd name="T78" fmla="*/ 8 w 10"/>
                  <a:gd name="T79" fmla="*/ 10 h 15"/>
                  <a:gd name="T80" fmla="*/ 8 w 10"/>
                  <a:gd name="T81" fmla="*/ 9 h 15"/>
                  <a:gd name="T82" fmla="*/ 6 w 10"/>
                  <a:gd name="T83" fmla="*/ 8 h 15"/>
                  <a:gd name="T84" fmla="*/ 6 w 10"/>
                  <a:gd name="T85" fmla="*/ 1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" h="15">
                    <a:moveTo>
                      <a:pt x="5" y="1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4" y="14"/>
                      <a:pt x="3" y="14"/>
                      <a:pt x="2" y="13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1" y="12"/>
                      <a:pt x="0" y="11"/>
                      <a:pt x="0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3" y="11"/>
                      <a:pt x="3" y="12"/>
                    </a:cubicBezTo>
                    <a:cubicBezTo>
                      <a:pt x="3" y="12"/>
                      <a:pt x="4" y="13"/>
                      <a:pt x="5" y="13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8"/>
                      <a:pt x="3" y="7"/>
                      <a:pt x="2" y="7"/>
                    </a:cubicBezTo>
                    <a:cubicBezTo>
                      <a:pt x="2" y="7"/>
                      <a:pt x="1" y="6"/>
                      <a:pt x="1" y="6"/>
                    </a:cubicBezTo>
                    <a:cubicBezTo>
                      <a:pt x="1" y="5"/>
                      <a:pt x="1" y="5"/>
                      <a:pt x="1" y="4"/>
                    </a:cubicBezTo>
                    <a:cubicBezTo>
                      <a:pt x="1" y="3"/>
                      <a:pt x="1" y="2"/>
                      <a:pt x="2" y="2"/>
                    </a:cubicBezTo>
                    <a:cubicBezTo>
                      <a:pt x="3" y="1"/>
                      <a:pt x="4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1"/>
                      <a:pt x="8" y="2"/>
                    </a:cubicBezTo>
                    <a:cubicBezTo>
                      <a:pt x="9" y="2"/>
                      <a:pt x="10" y="3"/>
                      <a:pt x="1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3"/>
                      <a:pt x="7" y="3"/>
                    </a:cubicBezTo>
                    <a:cubicBezTo>
                      <a:pt x="7" y="2"/>
                      <a:pt x="7" y="2"/>
                      <a:pt x="6" y="2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7" y="7"/>
                      <a:pt x="7" y="7"/>
                      <a:pt x="8" y="7"/>
                    </a:cubicBezTo>
                    <a:cubicBezTo>
                      <a:pt x="8" y="7"/>
                      <a:pt x="9" y="7"/>
                      <a:pt x="9" y="8"/>
                    </a:cubicBezTo>
                    <a:cubicBezTo>
                      <a:pt x="9" y="8"/>
                      <a:pt x="10" y="8"/>
                      <a:pt x="10" y="9"/>
                    </a:cubicBezTo>
                    <a:cubicBezTo>
                      <a:pt x="10" y="9"/>
                      <a:pt x="10" y="10"/>
                      <a:pt x="10" y="10"/>
                    </a:cubicBezTo>
                    <a:cubicBezTo>
                      <a:pt x="10" y="11"/>
                      <a:pt x="10" y="12"/>
                      <a:pt x="9" y="13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5" y="15"/>
                    </a:lnTo>
                    <a:close/>
                    <a:moveTo>
                      <a:pt x="5" y="2"/>
                    </a:moveTo>
                    <a:cubicBezTo>
                      <a:pt x="4" y="2"/>
                      <a:pt x="4" y="2"/>
                      <a:pt x="3" y="3"/>
                    </a:cubicBezTo>
                    <a:cubicBezTo>
                      <a:pt x="3" y="3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6"/>
                      <a:pt x="4" y="6"/>
                      <a:pt x="5" y="6"/>
                    </a:cubicBezTo>
                    <a:lnTo>
                      <a:pt x="5" y="2"/>
                    </a:lnTo>
                    <a:close/>
                    <a:moveTo>
                      <a:pt x="6" y="13"/>
                    </a:moveTo>
                    <a:cubicBezTo>
                      <a:pt x="6" y="13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0"/>
                    </a:cubicBezTo>
                    <a:cubicBezTo>
                      <a:pt x="8" y="10"/>
                      <a:pt x="8" y="9"/>
                      <a:pt x="8" y="9"/>
                    </a:cubicBezTo>
                    <a:cubicBezTo>
                      <a:pt x="7" y="9"/>
                      <a:pt x="7" y="8"/>
                      <a:pt x="6" y="8"/>
                    </a:cubicBezTo>
                    <a:lnTo>
                      <a:pt x="6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0" name="矩形 39"/>
          <p:cNvSpPr/>
          <p:nvPr/>
        </p:nvSpPr>
        <p:spPr>
          <a:xfrm>
            <a:off x="6516921" y="2126103"/>
            <a:ext cx="381137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516922" y="1744233"/>
            <a:ext cx="381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4222072" y="2198185"/>
            <a:ext cx="1957396" cy="0"/>
          </a:xfrm>
          <a:prstGeom prst="line">
            <a:avLst/>
          </a:prstGeom>
          <a:ln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4078282" y="4885629"/>
            <a:ext cx="1957396" cy="0"/>
          </a:xfrm>
          <a:prstGeom prst="line">
            <a:avLst/>
          </a:prstGeom>
          <a:ln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059219" y="3366437"/>
            <a:ext cx="2122166" cy="0"/>
          </a:xfrm>
          <a:prstGeom prst="line">
            <a:avLst/>
          </a:prstGeom>
          <a:ln>
            <a:solidFill>
              <a:schemeClr val="accent2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580583" y="3411032"/>
            <a:ext cx="381137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580584" y="3029162"/>
            <a:ext cx="381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353949" y="4781538"/>
            <a:ext cx="381137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53950" y="4399668"/>
            <a:ext cx="381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flipH="1">
            <a:off x="887023" y="1963961"/>
            <a:ext cx="10510239" cy="3691245"/>
            <a:chOff x="487954" y="2038350"/>
            <a:chExt cx="6031141" cy="2118165"/>
          </a:xfrm>
        </p:grpSpPr>
        <p:sp>
          <p:nvSpPr>
            <p:cNvPr id="4" name="TextBox 9"/>
            <p:cNvSpPr txBox="1"/>
            <p:nvPr/>
          </p:nvSpPr>
          <p:spPr>
            <a:xfrm>
              <a:off x="490044" y="3590151"/>
              <a:ext cx="1717665" cy="21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Your Title Here </a:t>
              </a:r>
              <a:endParaRPr lang="zh-CN" altLang="en-US" b="1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TextBox 17"/>
            <p:cNvSpPr txBox="1"/>
            <p:nvPr/>
          </p:nvSpPr>
          <p:spPr>
            <a:xfrm>
              <a:off x="2667000" y="3590151"/>
              <a:ext cx="1717665" cy="21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Your Title Here </a:t>
              </a:r>
              <a:endParaRPr lang="zh-CN" altLang="en-US" b="1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18"/>
            <p:cNvSpPr txBox="1"/>
            <p:nvPr/>
          </p:nvSpPr>
          <p:spPr>
            <a:xfrm>
              <a:off x="4801430" y="3590151"/>
              <a:ext cx="1717665" cy="21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75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Your Title Here </a:t>
              </a:r>
              <a:endParaRPr lang="zh-CN" altLang="en-US" b="1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Text Placeholder 5"/>
            <p:cNvSpPr txBox="1"/>
            <p:nvPr/>
          </p:nvSpPr>
          <p:spPr>
            <a:xfrm>
              <a:off x="487954" y="3833019"/>
              <a:ext cx="1717665" cy="32349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Presentations are communication tools.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Text Placeholder 5"/>
            <p:cNvSpPr txBox="1"/>
            <p:nvPr/>
          </p:nvSpPr>
          <p:spPr>
            <a:xfrm>
              <a:off x="2667000" y="3833019"/>
              <a:ext cx="1717665" cy="32349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Presentations are communication tools.</a:t>
              </a:r>
              <a:endParaRPr lang="en-US" altLang="zh-CN" sz="1200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Text Placeholder 5"/>
            <p:cNvSpPr txBox="1"/>
            <p:nvPr/>
          </p:nvSpPr>
          <p:spPr>
            <a:xfrm>
              <a:off x="4824139" y="3833019"/>
              <a:ext cx="1660850" cy="32349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Presentations are communication tools.</a:t>
              </a:r>
              <a:endParaRPr lang="zh-CN" altLang="en-US" sz="1200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Rounded Rectangle 44"/>
            <p:cNvSpPr>
              <a:spLocks noChangeAspect="1"/>
            </p:cNvSpPr>
            <p:nvPr/>
          </p:nvSpPr>
          <p:spPr>
            <a:xfrm>
              <a:off x="739276" y="2038350"/>
              <a:ext cx="1219200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5"/>
            <p:cNvSpPr txBox="1"/>
            <p:nvPr/>
          </p:nvSpPr>
          <p:spPr>
            <a:xfrm>
              <a:off x="990601" y="2262485"/>
              <a:ext cx="708524" cy="370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FFFF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03</a:t>
              </a:r>
              <a:endParaRPr lang="en-US" sz="2000" dirty="0">
                <a:solidFill>
                  <a:srgbClr val="FFFFFF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Rounded Rectangle 56"/>
            <p:cNvSpPr>
              <a:spLocks noChangeAspect="1"/>
            </p:cNvSpPr>
            <p:nvPr/>
          </p:nvSpPr>
          <p:spPr>
            <a:xfrm>
              <a:off x="2918323" y="2038350"/>
              <a:ext cx="1219200" cy="1219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TextBox 27"/>
            <p:cNvSpPr txBox="1"/>
            <p:nvPr/>
          </p:nvSpPr>
          <p:spPr>
            <a:xfrm>
              <a:off x="3169647" y="2262485"/>
              <a:ext cx="708524" cy="370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FFFF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02</a:t>
              </a:r>
              <a:endParaRPr lang="en-US" sz="2000" dirty="0">
                <a:solidFill>
                  <a:srgbClr val="FFFFFF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Rounded Rectangle 58"/>
            <p:cNvSpPr>
              <a:spLocks noChangeAspect="1"/>
            </p:cNvSpPr>
            <p:nvPr/>
          </p:nvSpPr>
          <p:spPr>
            <a:xfrm>
              <a:off x="5050662" y="2038350"/>
              <a:ext cx="1219200" cy="1219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TextBox 29"/>
            <p:cNvSpPr txBox="1"/>
            <p:nvPr/>
          </p:nvSpPr>
          <p:spPr>
            <a:xfrm>
              <a:off x="5301986" y="2262485"/>
              <a:ext cx="708524" cy="370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FFFF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01</a:t>
              </a:r>
              <a:endParaRPr lang="en-US" sz="2000" dirty="0">
                <a:solidFill>
                  <a:srgbClr val="FFFFFF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16" name="Straight Connector 62"/>
            <p:cNvCxnSpPr/>
            <p:nvPr/>
          </p:nvCxnSpPr>
          <p:spPr>
            <a:xfrm>
              <a:off x="2362200" y="2114550"/>
              <a:ext cx="0" cy="1752600"/>
            </a:xfrm>
            <a:prstGeom prst="line">
              <a:avLst/>
            </a:prstGeom>
            <a:ln w="12700" cap="rnd" cmpd="sng">
              <a:solidFill>
                <a:schemeClr val="bg1">
                  <a:lumMod val="50000"/>
                </a:schemeClr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3"/>
            <p:cNvCxnSpPr/>
            <p:nvPr/>
          </p:nvCxnSpPr>
          <p:spPr>
            <a:xfrm>
              <a:off x="4648200" y="2190750"/>
              <a:ext cx="0" cy="1752600"/>
            </a:xfrm>
            <a:prstGeom prst="line">
              <a:avLst/>
            </a:prstGeom>
            <a:ln w="12700" cap="rnd" cmpd="sng">
              <a:solidFill>
                <a:schemeClr val="bg1">
                  <a:lumMod val="50000"/>
                </a:schemeClr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5" descr="video_64px.png"/>
            <p:cNvPicPr>
              <a:picLocks noChangeAspect="1"/>
            </p:cNvPicPr>
            <p:nvPr/>
          </p:nvPicPr>
          <p:blipFill>
            <a:blip r:embed="rId1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2724150"/>
              <a:ext cx="256977" cy="222250"/>
            </a:xfrm>
            <a:prstGeom prst="rect">
              <a:avLst/>
            </a:prstGeom>
          </p:spPr>
        </p:pic>
        <p:pic>
          <p:nvPicPr>
            <p:cNvPr id="19" name="Picture 6" descr="scissors_64px.png"/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4063" y="2724150"/>
              <a:ext cx="273538" cy="273538"/>
            </a:xfrm>
            <a:prstGeom prst="rect">
              <a:avLst/>
            </a:prstGeom>
          </p:spPr>
        </p:pic>
        <p:pic>
          <p:nvPicPr>
            <p:cNvPr id="20" name="Picture 7" descr="hotairballoon_64px.png"/>
            <p:cNvPicPr>
              <a:picLocks noChangeAspect="1"/>
            </p:cNvPicPr>
            <p:nvPr/>
          </p:nvPicPr>
          <p:blipFill>
            <a:blip r:embed="rId3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7553" y="2724150"/>
              <a:ext cx="265418" cy="3033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9341" y="1797752"/>
            <a:ext cx="3381658" cy="494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19341" y="1947620"/>
            <a:ext cx="3381658" cy="1281427"/>
            <a:chOff x="1233751" y="2820025"/>
            <a:chExt cx="1206220" cy="690074"/>
          </a:xfrm>
        </p:grpSpPr>
        <p:sp>
          <p:nvSpPr>
            <p:cNvPr id="9" name="矩形 8"/>
            <p:cNvSpPr/>
            <p:nvPr/>
          </p:nvSpPr>
          <p:spPr>
            <a:xfrm>
              <a:off x="1233751" y="2941087"/>
              <a:ext cx="1206220" cy="569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1" tIns="34271" rIns="68541" bIns="34271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Project</a:t>
              </a:r>
              <a:endParaRPr lang="zh-CN" altLang="en-US" b="1" kern="0" dirty="0">
                <a:solidFill>
                  <a:srgbClr val="FFFFFF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734503" y="2820025"/>
              <a:ext cx="204716" cy="17648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1" tIns="34271" rIns="68541" bIns="34271"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817519" y="5020209"/>
            <a:ext cx="3381658" cy="49484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Freeform 139"/>
          <p:cNvSpPr>
            <a:spLocks noEditPoints="1"/>
          </p:cNvSpPr>
          <p:nvPr/>
        </p:nvSpPr>
        <p:spPr bwMode="auto">
          <a:xfrm>
            <a:off x="2322793" y="5061567"/>
            <a:ext cx="374753" cy="374803"/>
          </a:xfrm>
          <a:custGeom>
            <a:avLst/>
            <a:gdLst>
              <a:gd name="T0" fmla="*/ 42 w 97"/>
              <a:gd name="T1" fmla="*/ 14 h 97"/>
              <a:gd name="T2" fmla="*/ 55 w 97"/>
              <a:gd name="T3" fmla="*/ 14 h 97"/>
              <a:gd name="T4" fmla="*/ 48 w 97"/>
              <a:gd name="T5" fmla="*/ 0 h 97"/>
              <a:gd name="T6" fmla="*/ 42 w 97"/>
              <a:gd name="T7" fmla="*/ 14 h 97"/>
              <a:gd name="T8" fmla="*/ 49 w 97"/>
              <a:gd name="T9" fmla="*/ 18 h 97"/>
              <a:gd name="T10" fmla="*/ 79 w 97"/>
              <a:gd name="T11" fmla="*/ 48 h 97"/>
              <a:gd name="T12" fmla="*/ 49 w 97"/>
              <a:gd name="T13" fmla="*/ 79 h 97"/>
              <a:gd name="T14" fmla="*/ 18 w 97"/>
              <a:gd name="T15" fmla="*/ 48 h 97"/>
              <a:gd name="T16" fmla="*/ 49 w 97"/>
              <a:gd name="T17" fmla="*/ 18 h 97"/>
              <a:gd name="T18" fmla="*/ 60 w 97"/>
              <a:gd name="T19" fmla="*/ 15 h 97"/>
              <a:gd name="T20" fmla="*/ 71 w 97"/>
              <a:gd name="T21" fmla="*/ 22 h 97"/>
              <a:gd name="T22" fmla="*/ 73 w 97"/>
              <a:gd name="T23" fmla="*/ 6 h 97"/>
              <a:gd name="T24" fmla="*/ 60 w 97"/>
              <a:gd name="T25" fmla="*/ 15 h 97"/>
              <a:gd name="T26" fmla="*/ 75 w 97"/>
              <a:gd name="T27" fmla="*/ 25 h 97"/>
              <a:gd name="T28" fmla="*/ 81 w 97"/>
              <a:gd name="T29" fmla="*/ 36 h 97"/>
              <a:gd name="T30" fmla="*/ 91 w 97"/>
              <a:gd name="T31" fmla="*/ 24 h 97"/>
              <a:gd name="T32" fmla="*/ 75 w 97"/>
              <a:gd name="T33" fmla="*/ 25 h 97"/>
              <a:gd name="T34" fmla="*/ 83 w 97"/>
              <a:gd name="T35" fmla="*/ 42 h 97"/>
              <a:gd name="T36" fmla="*/ 83 w 97"/>
              <a:gd name="T37" fmla="*/ 54 h 97"/>
              <a:gd name="T38" fmla="*/ 97 w 97"/>
              <a:gd name="T39" fmla="*/ 48 h 97"/>
              <a:gd name="T40" fmla="*/ 83 w 97"/>
              <a:gd name="T41" fmla="*/ 42 h 97"/>
              <a:gd name="T42" fmla="*/ 82 w 97"/>
              <a:gd name="T43" fmla="*/ 60 h 97"/>
              <a:gd name="T44" fmla="*/ 75 w 97"/>
              <a:gd name="T45" fmla="*/ 71 h 97"/>
              <a:gd name="T46" fmla="*/ 91 w 97"/>
              <a:gd name="T47" fmla="*/ 72 h 97"/>
              <a:gd name="T48" fmla="*/ 82 w 97"/>
              <a:gd name="T49" fmla="*/ 60 h 97"/>
              <a:gd name="T50" fmla="*/ 72 w 97"/>
              <a:gd name="T51" fmla="*/ 75 h 97"/>
              <a:gd name="T52" fmla="*/ 61 w 97"/>
              <a:gd name="T53" fmla="*/ 81 h 97"/>
              <a:gd name="T54" fmla="*/ 73 w 97"/>
              <a:gd name="T55" fmla="*/ 90 h 97"/>
              <a:gd name="T56" fmla="*/ 72 w 97"/>
              <a:gd name="T57" fmla="*/ 75 h 97"/>
              <a:gd name="T58" fmla="*/ 55 w 97"/>
              <a:gd name="T59" fmla="*/ 83 h 97"/>
              <a:gd name="T60" fmla="*/ 43 w 97"/>
              <a:gd name="T61" fmla="*/ 83 h 97"/>
              <a:gd name="T62" fmla="*/ 49 w 97"/>
              <a:gd name="T63" fmla="*/ 97 h 97"/>
              <a:gd name="T64" fmla="*/ 55 w 97"/>
              <a:gd name="T65" fmla="*/ 83 h 97"/>
              <a:gd name="T66" fmla="*/ 37 w 97"/>
              <a:gd name="T67" fmla="*/ 81 h 97"/>
              <a:gd name="T68" fmla="*/ 26 w 97"/>
              <a:gd name="T69" fmla="*/ 75 h 97"/>
              <a:gd name="T70" fmla="*/ 25 w 97"/>
              <a:gd name="T71" fmla="*/ 91 h 97"/>
              <a:gd name="T72" fmla="*/ 37 w 97"/>
              <a:gd name="T73" fmla="*/ 81 h 97"/>
              <a:gd name="T74" fmla="*/ 22 w 97"/>
              <a:gd name="T75" fmla="*/ 71 h 97"/>
              <a:gd name="T76" fmla="*/ 16 w 97"/>
              <a:gd name="T77" fmla="*/ 60 h 97"/>
              <a:gd name="T78" fmla="*/ 7 w 97"/>
              <a:gd name="T79" fmla="*/ 73 h 97"/>
              <a:gd name="T80" fmla="*/ 22 w 97"/>
              <a:gd name="T81" fmla="*/ 71 h 97"/>
              <a:gd name="T82" fmla="*/ 14 w 97"/>
              <a:gd name="T83" fmla="*/ 55 h 97"/>
              <a:gd name="T84" fmla="*/ 14 w 97"/>
              <a:gd name="T85" fmla="*/ 42 h 97"/>
              <a:gd name="T86" fmla="*/ 0 w 97"/>
              <a:gd name="T87" fmla="*/ 49 h 97"/>
              <a:gd name="T88" fmla="*/ 14 w 97"/>
              <a:gd name="T89" fmla="*/ 55 h 97"/>
              <a:gd name="T90" fmla="*/ 15 w 97"/>
              <a:gd name="T91" fmla="*/ 37 h 97"/>
              <a:gd name="T92" fmla="*/ 22 w 97"/>
              <a:gd name="T93" fmla="*/ 26 h 97"/>
              <a:gd name="T94" fmla="*/ 6 w 97"/>
              <a:gd name="T95" fmla="*/ 24 h 97"/>
              <a:gd name="T96" fmla="*/ 15 w 97"/>
              <a:gd name="T97" fmla="*/ 37 h 97"/>
              <a:gd name="T98" fmla="*/ 26 w 97"/>
              <a:gd name="T99" fmla="*/ 22 h 97"/>
              <a:gd name="T100" fmla="*/ 37 w 97"/>
              <a:gd name="T101" fmla="*/ 16 h 97"/>
              <a:gd name="T102" fmla="*/ 24 w 97"/>
              <a:gd name="T103" fmla="*/ 6 h 97"/>
              <a:gd name="T104" fmla="*/ 26 w 97"/>
              <a:gd name="T105" fmla="*/ 22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97" h="97">
                <a:moveTo>
                  <a:pt x="42" y="14"/>
                </a:moveTo>
                <a:cubicBezTo>
                  <a:pt x="55" y="14"/>
                  <a:pt x="55" y="14"/>
                  <a:pt x="55" y="14"/>
                </a:cubicBezTo>
                <a:cubicBezTo>
                  <a:pt x="48" y="0"/>
                  <a:pt x="48" y="0"/>
                  <a:pt x="48" y="0"/>
                </a:cubicBezTo>
                <a:cubicBezTo>
                  <a:pt x="42" y="14"/>
                  <a:pt x="42" y="14"/>
                  <a:pt x="42" y="14"/>
                </a:cubicBezTo>
                <a:close/>
                <a:moveTo>
                  <a:pt x="49" y="18"/>
                </a:moveTo>
                <a:cubicBezTo>
                  <a:pt x="65" y="18"/>
                  <a:pt x="79" y="31"/>
                  <a:pt x="79" y="48"/>
                </a:cubicBezTo>
                <a:cubicBezTo>
                  <a:pt x="79" y="65"/>
                  <a:pt x="65" y="79"/>
                  <a:pt x="49" y="79"/>
                </a:cubicBezTo>
                <a:cubicBezTo>
                  <a:pt x="32" y="79"/>
                  <a:pt x="18" y="65"/>
                  <a:pt x="18" y="48"/>
                </a:cubicBezTo>
                <a:cubicBezTo>
                  <a:pt x="18" y="31"/>
                  <a:pt x="32" y="18"/>
                  <a:pt x="49" y="18"/>
                </a:cubicBezTo>
                <a:close/>
                <a:moveTo>
                  <a:pt x="60" y="15"/>
                </a:moveTo>
                <a:cubicBezTo>
                  <a:pt x="71" y="22"/>
                  <a:pt x="71" y="22"/>
                  <a:pt x="71" y="22"/>
                </a:cubicBezTo>
                <a:cubicBezTo>
                  <a:pt x="73" y="6"/>
                  <a:pt x="73" y="6"/>
                  <a:pt x="73" y="6"/>
                </a:cubicBezTo>
                <a:cubicBezTo>
                  <a:pt x="60" y="15"/>
                  <a:pt x="60" y="15"/>
                  <a:pt x="60" y="15"/>
                </a:cubicBezTo>
                <a:close/>
                <a:moveTo>
                  <a:pt x="75" y="25"/>
                </a:moveTo>
                <a:cubicBezTo>
                  <a:pt x="81" y="36"/>
                  <a:pt x="81" y="36"/>
                  <a:pt x="81" y="36"/>
                </a:cubicBezTo>
                <a:cubicBezTo>
                  <a:pt x="91" y="24"/>
                  <a:pt x="91" y="24"/>
                  <a:pt x="91" y="24"/>
                </a:cubicBezTo>
                <a:cubicBezTo>
                  <a:pt x="75" y="25"/>
                  <a:pt x="75" y="25"/>
                  <a:pt x="75" y="25"/>
                </a:cubicBezTo>
                <a:close/>
                <a:moveTo>
                  <a:pt x="83" y="42"/>
                </a:moveTo>
                <a:cubicBezTo>
                  <a:pt x="83" y="54"/>
                  <a:pt x="83" y="54"/>
                  <a:pt x="83" y="54"/>
                </a:cubicBezTo>
                <a:cubicBezTo>
                  <a:pt x="97" y="48"/>
                  <a:pt x="97" y="48"/>
                  <a:pt x="97" y="48"/>
                </a:cubicBezTo>
                <a:cubicBezTo>
                  <a:pt x="83" y="42"/>
                  <a:pt x="83" y="42"/>
                  <a:pt x="83" y="42"/>
                </a:cubicBezTo>
                <a:close/>
                <a:moveTo>
                  <a:pt x="82" y="60"/>
                </a:moveTo>
                <a:cubicBezTo>
                  <a:pt x="75" y="71"/>
                  <a:pt x="75" y="71"/>
                  <a:pt x="75" y="71"/>
                </a:cubicBezTo>
                <a:cubicBezTo>
                  <a:pt x="91" y="72"/>
                  <a:pt x="91" y="72"/>
                  <a:pt x="91" y="72"/>
                </a:cubicBezTo>
                <a:cubicBezTo>
                  <a:pt x="82" y="60"/>
                  <a:pt x="82" y="60"/>
                  <a:pt x="82" y="60"/>
                </a:cubicBezTo>
                <a:close/>
                <a:moveTo>
                  <a:pt x="72" y="75"/>
                </a:moveTo>
                <a:cubicBezTo>
                  <a:pt x="61" y="81"/>
                  <a:pt x="61" y="81"/>
                  <a:pt x="61" y="81"/>
                </a:cubicBezTo>
                <a:cubicBezTo>
                  <a:pt x="73" y="90"/>
                  <a:pt x="73" y="90"/>
                  <a:pt x="73" y="90"/>
                </a:cubicBezTo>
                <a:cubicBezTo>
                  <a:pt x="72" y="75"/>
                  <a:pt x="72" y="75"/>
                  <a:pt x="72" y="75"/>
                </a:cubicBezTo>
                <a:close/>
                <a:moveTo>
                  <a:pt x="55" y="83"/>
                </a:moveTo>
                <a:cubicBezTo>
                  <a:pt x="43" y="83"/>
                  <a:pt x="43" y="83"/>
                  <a:pt x="43" y="83"/>
                </a:cubicBezTo>
                <a:cubicBezTo>
                  <a:pt x="49" y="97"/>
                  <a:pt x="49" y="97"/>
                  <a:pt x="49" y="97"/>
                </a:cubicBezTo>
                <a:cubicBezTo>
                  <a:pt x="55" y="83"/>
                  <a:pt x="55" y="83"/>
                  <a:pt x="55" y="83"/>
                </a:cubicBezTo>
                <a:close/>
                <a:moveTo>
                  <a:pt x="37" y="81"/>
                </a:moveTo>
                <a:cubicBezTo>
                  <a:pt x="26" y="75"/>
                  <a:pt x="26" y="75"/>
                  <a:pt x="26" y="75"/>
                </a:cubicBezTo>
                <a:cubicBezTo>
                  <a:pt x="25" y="91"/>
                  <a:pt x="25" y="91"/>
                  <a:pt x="25" y="91"/>
                </a:cubicBezTo>
                <a:cubicBezTo>
                  <a:pt x="37" y="81"/>
                  <a:pt x="37" y="81"/>
                  <a:pt x="37" y="81"/>
                </a:cubicBezTo>
                <a:close/>
                <a:moveTo>
                  <a:pt x="22" y="71"/>
                </a:moveTo>
                <a:cubicBezTo>
                  <a:pt x="16" y="60"/>
                  <a:pt x="16" y="60"/>
                  <a:pt x="16" y="60"/>
                </a:cubicBezTo>
                <a:cubicBezTo>
                  <a:pt x="7" y="73"/>
                  <a:pt x="7" y="73"/>
                  <a:pt x="7" y="73"/>
                </a:cubicBezTo>
                <a:cubicBezTo>
                  <a:pt x="22" y="71"/>
                  <a:pt x="22" y="71"/>
                  <a:pt x="22" y="71"/>
                </a:cubicBezTo>
                <a:close/>
                <a:moveTo>
                  <a:pt x="14" y="55"/>
                </a:moveTo>
                <a:cubicBezTo>
                  <a:pt x="14" y="42"/>
                  <a:pt x="14" y="42"/>
                  <a:pt x="14" y="42"/>
                </a:cubicBezTo>
                <a:cubicBezTo>
                  <a:pt x="0" y="49"/>
                  <a:pt x="0" y="49"/>
                  <a:pt x="0" y="49"/>
                </a:cubicBezTo>
                <a:cubicBezTo>
                  <a:pt x="14" y="55"/>
                  <a:pt x="14" y="55"/>
                  <a:pt x="14" y="55"/>
                </a:cubicBezTo>
                <a:close/>
                <a:moveTo>
                  <a:pt x="15" y="37"/>
                </a:moveTo>
                <a:cubicBezTo>
                  <a:pt x="22" y="26"/>
                  <a:pt x="22" y="26"/>
                  <a:pt x="22" y="26"/>
                </a:cubicBezTo>
                <a:cubicBezTo>
                  <a:pt x="6" y="24"/>
                  <a:pt x="6" y="24"/>
                  <a:pt x="6" y="24"/>
                </a:cubicBezTo>
                <a:cubicBezTo>
                  <a:pt x="15" y="37"/>
                  <a:pt x="15" y="37"/>
                  <a:pt x="15" y="37"/>
                </a:cubicBezTo>
                <a:close/>
                <a:moveTo>
                  <a:pt x="26" y="22"/>
                </a:moveTo>
                <a:cubicBezTo>
                  <a:pt x="37" y="16"/>
                  <a:pt x="37" y="16"/>
                  <a:pt x="37" y="16"/>
                </a:cubicBezTo>
                <a:cubicBezTo>
                  <a:pt x="24" y="6"/>
                  <a:pt x="24" y="6"/>
                  <a:pt x="24" y="6"/>
                </a:cubicBezTo>
                <a:lnTo>
                  <a:pt x="26" y="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388" tIns="45695" rIns="91388" bIns="45695" numCol="1" anchor="t" anchorCtr="0" compatLnSpc="1"/>
          <a:lstStyle/>
          <a:p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03241" y="1815540"/>
            <a:ext cx="3381658" cy="494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403241" y="1965408"/>
            <a:ext cx="3381658" cy="1281427"/>
            <a:chOff x="1233751" y="2820025"/>
            <a:chExt cx="1206220" cy="690074"/>
          </a:xfrm>
        </p:grpSpPr>
        <p:sp>
          <p:nvSpPr>
            <p:cNvPr id="17" name="矩形 16"/>
            <p:cNvSpPr/>
            <p:nvPr/>
          </p:nvSpPr>
          <p:spPr>
            <a:xfrm>
              <a:off x="1233751" y="2941087"/>
              <a:ext cx="1206220" cy="569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1" tIns="34271" rIns="68541" bIns="34271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Project</a:t>
              </a:r>
              <a:endParaRPr lang="zh-CN" altLang="en-US" b="1" kern="0" dirty="0">
                <a:solidFill>
                  <a:srgbClr val="FFFFFF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1734503" y="2820025"/>
              <a:ext cx="204716" cy="17648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1" tIns="34271" rIns="68541" bIns="34271"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4401419" y="5037997"/>
            <a:ext cx="3381658" cy="49484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44"/>
          <p:cNvSpPr>
            <a:spLocks noEditPoints="1"/>
          </p:cNvSpPr>
          <p:nvPr/>
        </p:nvSpPr>
        <p:spPr bwMode="auto">
          <a:xfrm>
            <a:off x="6092248" y="5083819"/>
            <a:ext cx="227719" cy="367628"/>
          </a:xfrm>
          <a:custGeom>
            <a:avLst/>
            <a:gdLst>
              <a:gd name="T0" fmla="*/ 19 w 59"/>
              <a:gd name="T1" fmla="*/ 6 h 95"/>
              <a:gd name="T2" fmla="*/ 40 w 59"/>
              <a:gd name="T3" fmla="*/ 0 h 95"/>
              <a:gd name="T4" fmla="*/ 45 w 59"/>
              <a:gd name="T5" fmla="*/ 6 h 95"/>
              <a:gd name="T6" fmla="*/ 59 w 59"/>
              <a:gd name="T7" fmla="*/ 19 h 95"/>
              <a:gd name="T8" fmla="*/ 55 w 59"/>
              <a:gd name="T9" fmla="*/ 91 h 95"/>
              <a:gd name="T10" fmla="*/ 45 w 59"/>
              <a:gd name="T11" fmla="*/ 95 h 95"/>
              <a:gd name="T12" fmla="*/ 4 w 59"/>
              <a:gd name="T13" fmla="*/ 91 h 95"/>
              <a:gd name="T14" fmla="*/ 0 w 59"/>
              <a:gd name="T15" fmla="*/ 19 h 95"/>
              <a:gd name="T16" fmla="*/ 4 w 59"/>
              <a:gd name="T17" fmla="*/ 10 h 95"/>
              <a:gd name="T18" fmla="*/ 14 w 59"/>
              <a:gd name="T19" fmla="*/ 6 h 95"/>
              <a:gd name="T20" fmla="*/ 19 w 59"/>
              <a:gd name="T21" fmla="*/ 28 h 95"/>
              <a:gd name="T22" fmla="*/ 27 w 59"/>
              <a:gd name="T23" fmla="*/ 36 h 95"/>
              <a:gd name="T24" fmla="*/ 31 w 59"/>
              <a:gd name="T25" fmla="*/ 28 h 95"/>
              <a:gd name="T26" fmla="*/ 39 w 59"/>
              <a:gd name="T27" fmla="*/ 23 h 95"/>
              <a:gd name="T28" fmla="*/ 31 w 59"/>
              <a:gd name="T29" fmla="*/ 15 h 95"/>
              <a:gd name="T30" fmla="*/ 27 w 59"/>
              <a:gd name="T31" fmla="*/ 23 h 95"/>
              <a:gd name="T32" fmla="*/ 13 w 59"/>
              <a:gd name="T33" fmla="*/ 38 h 95"/>
              <a:gd name="T34" fmla="*/ 45 w 59"/>
              <a:gd name="T35" fmla="*/ 44 h 95"/>
              <a:gd name="T36" fmla="*/ 13 w 59"/>
              <a:gd name="T37" fmla="*/ 38 h 95"/>
              <a:gd name="T38" fmla="*/ 13 w 59"/>
              <a:gd name="T39" fmla="*/ 53 h 95"/>
              <a:gd name="T40" fmla="*/ 45 w 59"/>
              <a:gd name="T41" fmla="*/ 46 h 95"/>
              <a:gd name="T42" fmla="*/ 13 w 59"/>
              <a:gd name="T43" fmla="*/ 55 h 95"/>
              <a:gd name="T44" fmla="*/ 45 w 59"/>
              <a:gd name="T45" fmla="*/ 62 h 95"/>
              <a:gd name="T46" fmla="*/ 13 w 59"/>
              <a:gd name="T47" fmla="*/ 55 h 95"/>
              <a:gd name="T48" fmla="*/ 13 w 59"/>
              <a:gd name="T49" fmla="*/ 71 h 95"/>
              <a:gd name="T50" fmla="*/ 45 w 59"/>
              <a:gd name="T51" fmla="*/ 65 h 95"/>
              <a:gd name="T52" fmla="*/ 13 w 59"/>
              <a:gd name="T53" fmla="*/ 74 h 95"/>
              <a:gd name="T54" fmla="*/ 45 w 59"/>
              <a:gd name="T55" fmla="*/ 80 h 95"/>
              <a:gd name="T56" fmla="*/ 13 w 59"/>
              <a:gd name="T57" fmla="*/ 74 h 95"/>
              <a:gd name="T58" fmla="*/ 14 w 59"/>
              <a:gd name="T59" fmla="*/ 14 h 95"/>
              <a:gd name="T60" fmla="*/ 10 w 59"/>
              <a:gd name="T61" fmla="*/ 15 h 95"/>
              <a:gd name="T62" fmla="*/ 8 w 59"/>
              <a:gd name="T63" fmla="*/ 81 h 95"/>
              <a:gd name="T64" fmla="*/ 14 w 59"/>
              <a:gd name="T65" fmla="*/ 87 h 95"/>
              <a:gd name="T66" fmla="*/ 49 w 59"/>
              <a:gd name="T67" fmla="*/ 85 h 95"/>
              <a:gd name="T68" fmla="*/ 51 w 59"/>
              <a:gd name="T69" fmla="*/ 19 h 95"/>
              <a:gd name="T70" fmla="*/ 45 w 59"/>
              <a:gd name="T71" fmla="*/ 14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9" h="95">
                <a:moveTo>
                  <a:pt x="14" y="6"/>
                </a:moveTo>
                <a:cubicBezTo>
                  <a:pt x="19" y="6"/>
                  <a:pt x="19" y="6"/>
                  <a:pt x="19" y="6"/>
                </a:cubicBezTo>
                <a:cubicBezTo>
                  <a:pt x="19" y="0"/>
                  <a:pt x="19" y="0"/>
                  <a:pt x="19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6"/>
                  <a:pt x="40" y="6"/>
                  <a:pt x="40" y="6"/>
                </a:cubicBezTo>
                <a:cubicBezTo>
                  <a:pt x="45" y="6"/>
                  <a:pt x="45" y="6"/>
                  <a:pt x="45" y="6"/>
                </a:cubicBezTo>
                <a:cubicBezTo>
                  <a:pt x="49" y="6"/>
                  <a:pt x="52" y="7"/>
                  <a:pt x="55" y="10"/>
                </a:cubicBezTo>
                <a:cubicBezTo>
                  <a:pt x="57" y="12"/>
                  <a:pt x="59" y="15"/>
                  <a:pt x="59" y="19"/>
                </a:cubicBezTo>
                <a:cubicBezTo>
                  <a:pt x="59" y="81"/>
                  <a:pt x="59" y="81"/>
                  <a:pt x="59" y="81"/>
                </a:cubicBezTo>
                <a:cubicBezTo>
                  <a:pt x="59" y="85"/>
                  <a:pt x="57" y="88"/>
                  <a:pt x="55" y="91"/>
                </a:cubicBezTo>
                <a:cubicBezTo>
                  <a:pt x="55" y="91"/>
                  <a:pt x="55" y="91"/>
                  <a:pt x="55" y="91"/>
                </a:cubicBezTo>
                <a:cubicBezTo>
                  <a:pt x="52" y="93"/>
                  <a:pt x="49" y="95"/>
                  <a:pt x="45" y="95"/>
                </a:cubicBezTo>
                <a:cubicBezTo>
                  <a:pt x="14" y="95"/>
                  <a:pt x="14" y="95"/>
                  <a:pt x="14" y="95"/>
                </a:cubicBezTo>
                <a:cubicBezTo>
                  <a:pt x="10" y="95"/>
                  <a:pt x="7" y="93"/>
                  <a:pt x="4" y="91"/>
                </a:cubicBezTo>
                <a:cubicBezTo>
                  <a:pt x="2" y="88"/>
                  <a:pt x="0" y="85"/>
                  <a:pt x="0" y="8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5"/>
                  <a:pt x="2" y="12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7" y="7"/>
                  <a:pt x="10" y="6"/>
                  <a:pt x="14" y="6"/>
                </a:cubicBezTo>
                <a:close/>
                <a:moveTo>
                  <a:pt x="19" y="23"/>
                </a:moveTo>
                <a:cubicBezTo>
                  <a:pt x="19" y="28"/>
                  <a:pt x="19" y="28"/>
                  <a:pt x="19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36"/>
                  <a:pt x="27" y="36"/>
                  <a:pt x="27" y="36"/>
                </a:cubicBezTo>
                <a:cubicBezTo>
                  <a:pt x="31" y="36"/>
                  <a:pt x="31" y="36"/>
                  <a:pt x="31" y="36"/>
                </a:cubicBezTo>
                <a:cubicBezTo>
                  <a:pt x="31" y="28"/>
                  <a:pt x="31" y="28"/>
                  <a:pt x="31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3"/>
                  <a:pt x="39" y="23"/>
                  <a:pt x="39" y="23"/>
                </a:cubicBezTo>
                <a:cubicBezTo>
                  <a:pt x="31" y="23"/>
                  <a:pt x="31" y="23"/>
                  <a:pt x="31" y="23"/>
                </a:cubicBezTo>
                <a:cubicBezTo>
                  <a:pt x="31" y="15"/>
                  <a:pt x="31" y="15"/>
                  <a:pt x="31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23"/>
                  <a:pt x="27" y="23"/>
                  <a:pt x="27" y="23"/>
                </a:cubicBezTo>
                <a:cubicBezTo>
                  <a:pt x="19" y="23"/>
                  <a:pt x="19" y="23"/>
                  <a:pt x="19" y="23"/>
                </a:cubicBezTo>
                <a:close/>
                <a:moveTo>
                  <a:pt x="13" y="38"/>
                </a:moveTo>
                <a:cubicBezTo>
                  <a:pt x="13" y="44"/>
                  <a:pt x="13" y="44"/>
                  <a:pt x="13" y="44"/>
                </a:cubicBezTo>
                <a:cubicBezTo>
                  <a:pt x="45" y="44"/>
                  <a:pt x="45" y="44"/>
                  <a:pt x="45" y="44"/>
                </a:cubicBezTo>
                <a:cubicBezTo>
                  <a:pt x="45" y="38"/>
                  <a:pt x="45" y="38"/>
                  <a:pt x="45" y="38"/>
                </a:cubicBezTo>
                <a:cubicBezTo>
                  <a:pt x="13" y="38"/>
                  <a:pt x="13" y="38"/>
                  <a:pt x="13" y="38"/>
                </a:cubicBezTo>
                <a:close/>
                <a:moveTo>
                  <a:pt x="13" y="46"/>
                </a:moveTo>
                <a:cubicBezTo>
                  <a:pt x="13" y="53"/>
                  <a:pt x="13" y="53"/>
                  <a:pt x="13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46"/>
                  <a:pt x="45" y="46"/>
                  <a:pt x="45" y="46"/>
                </a:cubicBezTo>
                <a:cubicBezTo>
                  <a:pt x="13" y="46"/>
                  <a:pt x="13" y="46"/>
                  <a:pt x="13" y="46"/>
                </a:cubicBezTo>
                <a:close/>
                <a:moveTo>
                  <a:pt x="13" y="55"/>
                </a:moveTo>
                <a:cubicBezTo>
                  <a:pt x="13" y="62"/>
                  <a:pt x="13" y="62"/>
                  <a:pt x="13" y="62"/>
                </a:cubicBezTo>
                <a:cubicBezTo>
                  <a:pt x="45" y="62"/>
                  <a:pt x="45" y="62"/>
                  <a:pt x="45" y="62"/>
                </a:cubicBezTo>
                <a:cubicBezTo>
                  <a:pt x="45" y="55"/>
                  <a:pt x="45" y="55"/>
                  <a:pt x="45" y="55"/>
                </a:cubicBezTo>
                <a:cubicBezTo>
                  <a:pt x="13" y="55"/>
                  <a:pt x="13" y="55"/>
                  <a:pt x="13" y="55"/>
                </a:cubicBezTo>
                <a:close/>
                <a:moveTo>
                  <a:pt x="13" y="65"/>
                </a:moveTo>
                <a:cubicBezTo>
                  <a:pt x="13" y="71"/>
                  <a:pt x="13" y="71"/>
                  <a:pt x="13" y="71"/>
                </a:cubicBezTo>
                <a:cubicBezTo>
                  <a:pt x="45" y="71"/>
                  <a:pt x="45" y="71"/>
                  <a:pt x="45" y="71"/>
                </a:cubicBezTo>
                <a:cubicBezTo>
                  <a:pt x="45" y="65"/>
                  <a:pt x="45" y="65"/>
                  <a:pt x="45" y="65"/>
                </a:cubicBezTo>
                <a:cubicBezTo>
                  <a:pt x="13" y="65"/>
                  <a:pt x="13" y="65"/>
                  <a:pt x="13" y="65"/>
                </a:cubicBezTo>
                <a:close/>
                <a:moveTo>
                  <a:pt x="13" y="74"/>
                </a:moveTo>
                <a:cubicBezTo>
                  <a:pt x="13" y="80"/>
                  <a:pt x="13" y="80"/>
                  <a:pt x="13" y="80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74"/>
                  <a:pt x="45" y="74"/>
                  <a:pt x="45" y="74"/>
                </a:cubicBezTo>
                <a:cubicBezTo>
                  <a:pt x="13" y="74"/>
                  <a:pt x="13" y="74"/>
                  <a:pt x="13" y="74"/>
                </a:cubicBezTo>
                <a:close/>
                <a:moveTo>
                  <a:pt x="45" y="14"/>
                </a:moveTo>
                <a:cubicBezTo>
                  <a:pt x="14" y="14"/>
                  <a:pt x="14" y="14"/>
                  <a:pt x="14" y="14"/>
                </a:cubicBezTo>
                <a:cubicBezTo>
                  <a:pt x="12" y="14"/>
                  <a:pt x="11" y="14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9" y="16"/>
                  <a:pt x="8" y="18"/>
                  <a:pt x="8" y="19"/>
                </a:cubicBezTo>
                <a:cubicBezTo>
                  <a:pt x="8" y="81"/>
                  <a:pt x="8" y="81"/>
                  <a:pt x="8" y="81"/>
                </a:cubicBezTo>
                <a:cubicBezTo>
                  <a:pt x="8" y="83"/>
                  <a:pt x="9" y="84"/>
                  <a:pt x="10" y="85"/>
                </a:cubicBezTo>
                <a:cubicBezTo>
                  <a:pt x="11" y="86"/>
                  <a:pt x="12" y="87"/>
                  <a:pt x="14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47" y="87"/>
                  <a:pt x="48" y="86"/>
                  <a:pt x="49" y="85"/>
                </a:cubicBezTo>
                <a:cubicBezTo>
                  <a:pt x="50" y="84"/>
                  <a:pt x="51" y="83"/>
                  <a:pt x="51" y="81"/>
                </a:cubicBezTo>
                <a:cubicBezTo>
                  <a:pt x="51" y="19"/>
                  <a:pt x="51" y="19"/>
                  <a:pt x="51" y="19"/>
                </a:cubicBezTo>
                <a:cubicBezTo>
                  <a:pt x="51" y="18"/>
                  <a:pt x="50" y="16"/>
                  <a:pt x="49" y="15"/>
                </a:cubicBezTo>
                <a:cubicBezTo>
                  <a:pt x="48" y="14"/>
                  <a:pt x="47" y="14"/>
                  <a:pt x="45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388" tIns="45695" rIns="91388" bIns="45695" numCol="1" anchor="t" anchorCtr="0" compatLnSpc="1"/>
          <a:lstStyle/>
          <a:p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031605" y="1797752"/>
            <a:ext cx="3381658" cy="4948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031605" y="1947620"/>
            <a:ext cx="3381658" cy="1281427"/>
            <a:chOff x="1233751" y="2820025"/>
            <a:chExt cx="1206220" cy="690074"/>
          </a:xfrm>
        </p:grpSpPr>
        <p:sp>
          <p:nvSpPr>
            <p:cNvPr id="25" name="矩形 24"/>
            <p:cNvSpPr/>
            <p:nvPr/>
          </p:nvSpPr>
          <p:spPr>
            <a:xfrm>
              <a:off x="1233751" y="2941087"/>
              <a:ext cx="1206220" cy="569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1" tIns="34271" rIns="68541" bIns="34271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rPr>
                <a:t>Project</a:t>
              </a:r>
              <a:endParaRPr lang="zh-CN" altLang="en-US" b="1" kern="0" dirty="0">
                <a:solidFill>
                  <a:srgbClr val="FFFFFF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1734503" y="2820025"/>
              <a:ext cx="204716" cy="17648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1" tIns="34271" rIns="68541" bIns="34271" rtlCol="0" anchor="ctr"/>
            <a:lstStyle/>
            <a:p>
              <a:pPr algn="ctr"/>
              <a:endParaRPr lang="zh-CN" altLang="en-US" b="1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8029783" y="5020209"/>
            <a:ext cx="3381658" cy="49484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Freeform 166"/>
          <p:cNvSpPr>
            <a:spLocks noEditPoints="1"/>
          </p:cNvSpPr>
          <p:nvPr/>
        </p:nvSpPr>
        <p:spPr bwMode="auto">
          <a:xfrm>
            <a:off x="9573609" y="5037998"/>
            <a:ext cx="297651" cy="437567"/>
          </a:xfrm>
          <a:custGeom>
            <a:avLst/>
            <a:gdLst>
              <a:gd name="T0" fmla="*/ 20 w 77"/>
              <a:gd name="T1" fmla="*/ 37 h 113"/>
              <a:gd name="T2" fmla="*/ 20 w 77"/>
              <a:gd name="T3" fmla="*/ 12 h 113"/>
              <a:gd name="T4" fmla="*/ 57 w 77"/>
              <a:gd name="T5" fmla="*/ 12 h 113"/>
              <a:gd name="T6" fmla="*/ 56 w 77"/>
              <a:gd name="T7" fmla="*/ 36 h 113"/>
              <a:gd name="T8" fmla="*/ 52 w 77"/>
              <a:gd name="T9" fmla="*/ 47 h 113"/>
              <a:gd name="T10" fmla="*/ 38 w 77"/>
              <a:gd name="T11" fmla="*/ 54 h 113"/>
              <a:gd name="T12" fmla="*/ 38 w 77"/>
              <a:gd name="T13" fmla="*/ 54 h 113"/>
              <a:gd name="T14" fmla="*/ 25 w 77"/>
              <a:gd name="T15" fmla="*/ 47 h 113"/>
              <a:gd name="T16" fmla="*/ 20 w 77"/>
              <a:gd name="T17" fmla="*/ 37 h 113"/>
              <a:gd name="T18" fmla="*/ 12 w 77"/>
              <a:gd name="T19" fmla="*/ 108 h 113"/>
              <a:gd name="T20" fmla="*/ 66 w 77"/>
              <a:gd name="T21" fmla="*/ 108 h 113"/>
              <a:gd name="T22" fmla="*/ 63 w 77"/>
              <a:gd name="T23" fmla="*/ 113 h 113"/>
              <a:gd name="T24" fmla="*/ 15 w 77"/>
              <a:gd name="T25" fmla="*/ 113 h 113"/>
              <a:gd name="T26" fmla="*/ 12 w 77"/>
              <a:gd name="T27" fmla="*/ 108 h 113"/>
              <a:gd name="T28" fmla="*/ 69 w 77"/>
              <a:gd name="T29" fmla="*/ 67 h 113"/>
              <a:gd name="T30" fmla="*/ 75 w 77"/>
              <a:gd name="T31" fmla="*/ 90 h 113"/>
              <a:gd name="T32" fmla="*/ 67 w 77"/>
              <a:gd name="T33" fmla="*/ 104 h 113"/>
              <a:gd name="T34" fmla="*/ 65 w 77"/>
              <a:gd name="T35" fmla="*/ 104 h 113"/>
              <a:gd name="T36" fmla="*/ 65 w 77"/>
              <a:gd name="T37" fmla="*/ 73 h 113"/>
              <a:gd name="T38" fmla="*/ 41 w 77"/>
              <a:gd name="T39" fmla="*/ 73 h 113"/>
              <a:gd name="T40" fmla="*/ 48 w 77"/>
              <a:gd name="T41" fmla="*/ 57 h 113"/>
              <a:gd name="T42" fmla="*/ 50 w 77"/>
              <a:gd name="T43" fmla="*/ 55 h 113"/>
              <a:gd name="T44" fmla="*/ 64 w 77"/>
              <a:gd name="T45" fmla="*/ 58 h 113"/>
              <a:gd name="T46" fmla="*/ 65 w 77"/>
              <a:gd name="T47" fmla="*/ 58 h 113"/>
              <a:gd name="T48" fmla="*/ 65 w 77"/>
              <a:gd name="T49" fmla="*/ 59 h 113"/>
              <a:gd name="T50" fmla="*/ 69 w 77"/>
              <a:gd name="T51" fmla="*/ 68 h 113"/>
              <a:gd name="T52" fmla="*/ 69 w 77"/>
              <a:gd name="T53" fmla="*/ 67 h 113"/>
              <a:gd name="T54" fmla="*/ 13 w 77"/>
              <a:gd name="T55" fmla="*/ 104 h 113"/>
              <a:gd name="T56" fmla="*/ 10 w 77"/>
              <a:gd name="T57" fmla="*/ 104 h 113"/>
              <a:gd name="T58" fmla="*/ 2 w 77"/>
              <a:gd name="T59" fmla="*/ 90 h 113"/>
              <a:gd name="T60" fmla="*/ 8 w 77"/>
              <a:gd name="T61" fmla="*/ 67 h 113"/>
              <a:gd name="T62" fmla="*/ 13 w 77"/>
              <a:gd name="T63" fmla="*/ 58 h 113"/>
              <a:gd name="T64" fmla="*/ 13 w 77"/>
              <a:gd name="T65" fmla="*/ 58 h 113"/>
              <a:gd name="T66" fmla="*/ 14 w 77"/>
              <a:gd name="T67" fmla="*/ 58 h 113"/>
              <a:gd name="T68" fmla="*/ 27 w 77"/>
              <a:gd name="T69" fmla="*/ 55 h 113"/>
              <a:gd name="T70" fmla="*/ 29 w 77"/>
              <a:gd name="T71" fmla="*/ 57 h 113"/>
              <a:gd name="T72" fmla="*/ 37 w 77"/>
              <a:gd name="T73" fmla="*/ 73 h 113"/>
              <a:gd name="T74" fmla="*/ 13 w 77"/>
              <a:gd name="T75" fmla="*/ 73 h 113"/>
              <a:gd name="T76" fmla="*/ 13 w 77"/>
              <a:gd name="T77" fmla="*/ 104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77" h="113">
                <a:moveTo>
                  <a:pt x="20" y="37"/>
                </a:moveTo>
                <a:cubicBezTo>
                  <a:pt x="19" y="28"/>
                  <a:pt x="19" y="19"/>
                  <a:pt x="20" y="12"/>
                </a:cubicBezTo>
                <a:cubicBezTo>
                  <a:pt x="37" y="0"/>
                  <a:pt x="44" y="14"/>
                  <a:pt x="57" y="12"/>
                </a:cubicBezTo>
                <a:cubicBezTo>
                  <a:pt x="58" y="20"/>
                  <a:pt x="58" y="30"/>
                  <a:pt x="56" y="36"/>
                </a:cubicBezTo>
                <a:cubicBezTo>
                  <a:pt x="56" y="41"/>
                  <a:pt x="54" y="44"/>
                  <a:pt x="52" y="47"/>
                </a:cubicBezTo>
                <a:cubicBezTo>
                  <a:pt x="48" y="51"/>
                  <a:pt x="44" y="54"/>
                  <a:pt x="38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33" y="54"/>
                  <a:pt x="28" y="51"/>
                  <a:pt x="25" y="47"/>
                </a:cubicBezTo>
                <a:cubicBezTo>
                  <a:pt x="23" y="44"/>
                  <a:pt x="21" y="41"/>
                  <a:pt x="20" y="37"/>
                </a:cubicBezTo>
                <a:close/>
                <a:moveTo>
                  <a:pt x="12" y="108"/>
                </a:moveTo>
                <a:cubicBezTo>
                  <a:pt x="66" y="108"/>
                  <a:pt x="66" y="108"/>
                  <a:pt x="66" y="108"/>
                </a:cubicBezTo>
                <a:cubicBezTo>
                  <a:pt x="63" y="113"/>
                  <a:pt x="63" y="113"/>
                  <a:pt x="63" y="113"/>
                </a:cubicBezTo>
                <a:cubicBezTo>
                  <a:pt x="15" y="113"/>
                  <a:pt x="15" y="113"/>
                  <a:pt x="15" y="113"/>
                </a:cubicBezTo>
                <a:cubicBezTo>
                  <a:pt x="12" y="108"/>
                  <a:pt x="12" y="108"/>
                  <a:pt x="12" y="108"/>
                </a:cubicBezTo>
                <a:close/>
                <a:moveTo>
                  <a:pt x="69" y="67"/>
                </a:moveTo>
                <a:cubicBezTo>
                  <a:pt x="75" y="90"/>
                  <a:pt x="75" y="90"/>
                  <a:pt x="75" y="90"/>
                </a:cubicBezTo>
                <a:cubicBezTo>
                  <a:pt x="77" y="98"/>
                  <a:pt x="76" y="104"/>
                  <a:pt x="67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5" y="73"/>
                  <a:pt x="65" y="73"/>
                  <a:pt x="65" y="73"/>
                </a:cubicBezTo>
                <a:cubicBezTo>
                  <a:pt x="41" y="73"/>
                  <a:pt x="41" y="73"/>
                  <a:pt x="41" y="73"/>
                </a:cubicBezTo>
                <a:cubicBezTo>
                  <a:pt x="48" y="57"/>
                  <a:pt x="48" y="57"/>
                  <a:pt x="48" y="57"/>
                </a:cubicBezTo>
                <a:cubicBezTo>
                  <a:pt x="50" y="55"/>
                  <a:pt x="50" y="55"/>
                  <a:pt x="50" y="55"/>
                </a:cubicBezTo>
                <a:cubicBezTo>
                  <a:pt x="64" y="58"/>
                  <a:pt x="64" y="58"/>
                  <a:pt x="64" y="58"/>
                </a:cubicBezTo>
                <a:cubicBezTo>
                  <a:pt x="65" y="58"/>
                  <a:pt x="65" y="58"/>
                  <a:pt x="65" y="58"/>
                </a:cubicBezTo>
                <a:cubicBezTo>
                  <a:pt x="65" y="59"/>
                  <a:pt x="65" y="59"/>
                  <a:pt x="65" y="59"/>
                </a:cubicBezTo>
                <a:cubicBezTo>
                  <a:pt x="67" y="61"/>
                  <a:pt x="68" y="64"/>
                  <a:pt x="69" y="68"/>
                </a:cubicBezTo>
                <a:cubicBezTo>
                  <a:pt x="69" y="67"/>
                  <a:pt x="69" y="67"/>
                  <a:pt x="69" y="67"/>
                </a:cubicBezTo>
                <a:close/>
                <a:moveTo>
                  <a:pt x="13" y="104"/>
                </a:moveTo>
                <a:cubicBezTo>
                  <a:pt x="10" y="104"/>
                  <a:pt x="10" y="104"/>
                  <a:pt x="10" y="104"/>
                </a:cubicBezTo>
                <a:cubicBezTo>
                  <a:pt x="1" y="104"/>
                  <a:pt x="0" y="98"/>
                  <a:pt x="2" y="90"/>
                </a:cubicBezTo>
                <a:cubicBezTo>
                  <a:pt x="8" y="67"/>
                  <a:pt x="8" y="67"/>
                  <a:pt x="8" y="67"/>
                </a:cubicBezTo>
                <a:cubicBezTo>
                  <a:pt x="8" y="64"/>
                  <a:pt x="10" y="61"/>
                  <a:pt x="13" y="58"/>
                </a:cubicBezTo>
                <a:cubicBezTo>
                  <a:pt x="13" y="58"/>
                  <a:pt x="13" y="58"/>
                  <a:pt x="13" y="58"/>
                </a:cubicBezTo>
                <a:cubicBezTo>
                  <a:pt x="14" y="58"/>
                  <a:pt x="14" y="58"/>
                  <a:pt x="14" y="58"/>
                </a:cubicBezTo>
                <a:cubicBezTo>
                  <a:pt x="27" y="55"/>
                  <a:pt x="27" y="55"/>
                  <a:pt x="27" y="55"/>
                </a:cubicBezTo>
                <a:cubicBezTo>
                  <a:pt x="29" y="57"/>
                  <a:pt x="29" y="57"/>
                  <a:pt x="29" y="57"/>
                </a:cubicBezTo>
                <a:cubicBezTo>
                  <a:pt x="37" y="73"/>
                  <a:pt x="37" y="73"/>
                  <a:pt x="37" y="73"/>
                </a:cubicBezTo>
                <a:cubicBezTo>
                  <a:pt x="13" y="73"/>
                  <a:pt x="13" y="73"/>
                  <a:pt x="13" y="73"/>
                </a:cubicBezTo>
                <a:lnTo>
                  <a:pt x="13" y="1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388" tIns="45695" rIns="91388" bIns="45695" numCol="1" anchor="t" anchorCtr="0" compatLnSpc="1"/>
          <a:lstStyle/>
          <a:p>
            <a:endParaRPr lang="zh-CN" altLang="en-US" sz="1335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55785" y="3820009"/>
            <a:ext cx="1934016" cy="569595"/>
          </a:xfrm>
          <a:prstGeom prst="rect">
            <a:avLst/>
          </a:prstGeom>
        </p:spPr>
        <p:txBody>
          <a:bodyPr wrap="square" lIns="91410" tIns="45704" rIns="91410" bIns="45704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200" dirty="0">
              <a:solidFill>
                <a:srgbClr val="404040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355785" y="3478820"/>
            <a:ext cx="1934016" cy="297815"/>
          </a:xfrm>
          <a:prstGeom prst="rect">
            <a:avLst/>
          </a:prstGeom>
        </p:spPr>
        <p:txBody>
          <a:bodyPr wrap="square" lIns="91410" tIns="45704" rIns="91410" bIns="45704">
            <a:spAutoFit/>
          </a:bodyPr>
          <a:lstStyle/>
          <a:p>
            <a:pPr algn="just"/>
            <a:r>
              <a:rPr lang="zh-CN" altLang="en-US" sz="1350" b="1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sz="1350" b="1" dirty="0">
              <a:solidFill>
                <a:schemeClr val="tx1">
                  <a:lumMod val="7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025933" y="3820009"/>
            <a:ext cx="1934016" cy="569595"/>
          </a:xfrm>
          <a:prstGeom prst="rect">
            <a:avLst/>
          </a:prstGeom>
        </p:spPr>
        <p:txBody>
          <a:bodyPr wrap="square" lIns="91410" tIns="45704" rIns="91410" bIns="45704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200" dirty="0">
              <a:solidFill>
                <a:schemeClr val="bg2">
                  <a:lumMod val="10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025933" y="3478820"/>
            <a:ext cx="1934016" cy="297815"/>
          </a:xfrm>
          <a:prstGeom prst="rect">
            <a:avLst/>
          </a:prstGeom>
        </p:spPr>
        <p:txBody>
          <a:bodyPr wrap="square" lIns="91410" tIns="45704" rIns="91410" bIns="45704">
            <a:spAutoFit/>
          </a:bodyPr>
          <a:lstStyle/>
          <a:p>
            <a:pPr algn="just"/>
            <a:r>
              <a:rPr lang="zh-CN" altLang="en-US" sz="1350" b="1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sz="1350" b="1" dirty="0">
              <a:solidFill>
                <a:schemeClr val="tx1">
                  <a:lumMod val="7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696081" y="3813776"/>
            <a:ext cx="1934016" cy="569595"/>
          </a:xfrm>
          <a:prstGeom prst="rect">
            <a:avLst/>
          </a:prstGeom>
        </p:spPr>
        <p:txBody>
          <a:bodyPr wrap="square" lIns="91410" tIns="45704" rIns="91410" bIns="45704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1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200" dirty="0">
              <a:solidFill>
                <a:schemeClr val="bg2">
                  <a:lumMod val="10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696081" y="3472587"/>
            <a:ext cx="1934016" cy="297815"/>
          </a:xfrm>
          <a:prstGeom prst="rect">
            <a:avLst/>
          </a:prstGeom>
        </p:spPr>
        <p:txBody>
          <a:bodyPr wrap="square" lIns="91410" tIns="45704" rIns="91410" bIns="45704">
            <a:spAutoFit/>
          </a:bodyPr>
          <a:lstStyle/>
          <a:p>
            <a:pPr algn="just"/>
            <a:r>
              <a:rPr lang="zh-CN" altLang="en-US" sz="1350" b="1" dirty="0">
                <a:solidFill>
                  <a:schemeClr val="tx1">
                    <a:lumMod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 </a:t>
            </a:r>
            <a:endParaRPr lang="zh-CN" altLang="en-US" sz="1350" b="1" dirty="0">
              <a:solidFill>
                <a:schemeClr val="tx1">
                  <a:lumMod val="7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12" name="组合 11"/>
            <p:cNvGrpSpPr/>
            <p:nvPr/>
          </p:nvGrpSpPr>
          <p:grpSpPr>
            <a:xfrm>
              <a:off x="9271000" y="-1"/>
              <a:ext cx="2921000" cy="3601775"/>
              <a:chOff x="5746998" y="-1"/>
              <a:chExt cx="5561764" cy="6858001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  <p:grpSp>
          <p:nvGrpSpPr>
            <p:cNvPr id="28" name="组合 27"/>
            <p:cNvGrpSpPr/>
            <p:nvPr/>
          </p:nvGrpSpPr>
          <p:grpSpPr>
            <a:xfrm flipH="1" flipV="1">
              <a:off x="0" y="3256225"/>
              <a:ext cx="2921000" cy="3601775"/>
              <a:chOff x="5746998" y="-1"/>
              <a:chExt cx="5561764" cy="6858001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</p:grpSp>
      <p:sp>
        <p:nvSpPr>
          <p:cNvPr id="31" name="矩形 30"/>
          <p:cNvSpPr/>
          <p:nvPr/>
        </p:nvSpPr>
        <p:spPr>
          <a:xfrm>
            <a:off x="1605816" y="3010683"/>
            <a:ext cx="8980369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dirty="0">
                <a:solidFill>
                  <a:srgbClr val="4B4B4C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6600" dirty="0">
              <a:solidFill>
                <a:srgbClr val="4B4B4C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22922" y="4107543"/>
            <a:ext cx="694615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sz="1200" b="0" i="0" u="none" strike="noStrike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demonstrations, lectures, speeches, reports, and more. Most of the time, they're presented before an audience.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636538" y="2002791"/>
            <a:ext cx="918925" cy="918925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03</a:t>
            </a:r>
            <a:endParaRPr lang="en-US" altLang="zh-CN" sz="3200" b="1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5496029" y="1995695"/>
            <a:ext cx="756822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5517543" y="5038251"/>
            <a:ext cx="756822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5496029" y="3517521"/>
            <a:ext cx="756822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reeform 4"/>
          <p:cNvSpPr/>
          <p:nvPr/>
        </p:nvSpPr>
        <p:spPr bwMode="auto">
          <a:xfrm>
            <a:off x="6191884" y="4562025"/>
            <a:ext cx="830456" cy="934988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>
              <a:defRPr/>
            </a:pP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7" name="Freeform 4"/>
          <p:cNvSpPr/>
          <p:nvPr/>
        </p:nvSpPr>
        <p:spPr bwMode="auto">
          <a:xfrm>
            <a:off x="4727998" y="4562025"/>
            <a:ext cx="830456" cy="934988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2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algn="r">
              <a:defRPr/>
            </a:pP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8" name="Freeform 4"/>
          <p:cNvSpPr/>
          <p:nvPr/>
        </p:nvSpPr>
        <p:spPr bwMode="auto">
          <a:xfrm>
            <a:off x="6191884" y="3039975"/>
            <a:ext cx="830456" cy="934988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>
              <a:defRPr/>
            </a:pP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9" name="Freeform 4"/>
          <p:cNvSpPr/>
          <p:nvPr/>
        </p:nvSpPr>
        <p:spPr bwMode="auto">
          <a:xfrm>
            <a:off x="4727998" y="3039975"/>
            <a:ext cx="830456" cy="934988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algn="r">
              <a:defRPr/>
            </a:pP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60" name="Freeform 4"/>
          <p:cNvSpPr/>
          <p:nvPr/>
        </p:nvSpPr>
        <p:spPr bwMode="auto">
          <a:xfrm>
            <a:off x="6191884" y="1524643"/>
            <a:ext cx="830456" cy="934988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2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>
              <a:defRPr/>
            </a:pP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61" name="Freeform 4"/>
          <p:cNvSpPr/>
          <p:nvPr/>
        </p:nvSpPr>
        <p:spPr bwMode="auto">
          <a:xfrm>
            <a:off x="4727998" y="1524643"/>
            <a:ext cx="830456" cy="934988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1"/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algn="r">
              <a:defRPr/>
            </a:pP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4940517" y="3312350"/>
            <a:ext cx="405418" cy="390238"/>
            <a:chOff x="8905876" y="3073401"/>
            <a:chExt cx="720725" cy="693738"/>
          </a:xfrm>
          <a:solidFill>
            <a:srgbClr val="FEFEFE"/>
          </a:solidFill>
        </p:grpSpPr>
        <p:sp>
          <p:nvSpPr>
            <p:cNvPr id="63" name="Oval 585"/>
            <p:cNvSpPr>
              <a:spLocks noChangeArrowheads="1"/>
            </p:cNvSpPr>
            <p:nvPr/>
          </p:nvSpPr>
          <p:spPr bwMode="auto">
            <a:xfrm>
              <a:off x="9037638" y="3092451"/>
              <a:ext cx="101600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4" name="Oval 586"/>
            <p:cNvSpPr>
              <a:spLocks noChangeArrowheads="1"/>
            </p:cNvSpPr>
            <p:nvPr/>
          </p:nvSpPr>
          <p:spPr bwMode="auto">
            <a:xfrm>
              <a:off x="9437688" y="3092451"/>
              <a:ext cx="98425" cy="1238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5" name="Freeform 587"/>
            <p:cNvSpPr>
              <a:spLocks noEditPoints="1"/>
            </p:cNvSpPr>
            <p:nvPr/>
          </p:nvSpPr>
          <p:spPr bwMode="auto">
            <a:xfrm>
              <a:off x="8905876" y="3227388"/>
              <a:ext cx="261938" cy="501650"/>
            </a:xfrm>
            <a:custGeom>
              <a:avLst/>
              <a:gdLst>
                <a:gd name="T0" fmla="*/ 65 w 70"/>
                <a:gd name="T1" fmla="*/ 79 h 134"/>
                <a:gd name="T2" fmla="*/ 60 w 70"/>
                <a:gd name="T3" fmla="*/ 79 h 134"/>
                <a:gd name="T4" fmla="*/ 66 w 70"/>
                <a:gd name="T5" fmla="*/ 7 h 134"/>
                <a:gd name="T6" fmla="*/ 68 w 70"/>
                <a:gd name="T7" fmla="*/ 2 h 134"/>
                <a:gd name="T8" fmla="*/ 67 w 70"/>
                <a:gd name="T9" fmla="*/ 1 h 134"/>
                <a:gd name="T10" fmla="*/ 66 w 70"/>
                <a:gd name="T11" fmla="*/ 1 h 134"/>
                <a:gd name="T12" fmla="*/ 60 w 70"/>
                <a:gd name="T13" fmla="*/ 1 h 134"/>
                <a:gd name="T14" fmla="*/ 60 w 70"/>
                <a:gd name="T15" fmla="*/ 1 h 134"/>
                <a:gd name="T16" fmla="*/ 65 w 70"/>
                <a:gd name="T17" fmla="*/ 6 h 134"/>
                <a:gd name="T18" fmla="*/ 58 w 70"/>
                <a:gd name="T19" fmla="*/ 9 h 134"/>
                <a:gd name="T20" fmla="*/ 62 w 70"/>
                <a:gd name="T21" fmla="*/ 14 h 134"/>
                <a:gd name="T22" fmla="*/ 53 w 70"/>
                <a:gd name="T23" fmla="*/ 33 h 134"/>
                <a:gd name="T24" fmla="*/ 52 w 70"/>
                <a:gd name="T25" fmla="*/ 6 h 134"/>
                <a:gd name="T26" fmla="*/ 53 w 70"/>
                <a:gd name="T27" fmla="*/ 5 h 134"/>
                <a:gd name="T28" fmla="*/ 51 w 70"/>
                <a:gd name="T29" fmla="*/ 0 h 134"/>
                <a:gd name="T30" fmla="*/ 46 w 70"/>
                <a:gd name="T31" fmla="*/ 0 h 134"/>
                <a:gd name="T32" fmla="*/ 44 w 70"/>
                <a:gd name="T33" fmla="*/ 5 h 134"/>
                <a:gd name="T34" fmla="*/ 45 w 70"/>
                <a:gd name="T35" fmla="*/ 6 h 134"/>
                <a:gd name="T36" fmla="*/ 44 w 70"/>
                <a:gd name="T37" fmla="*/ 33 h 134"/>
                <a:gd name="T38" fmla="*/ 35 w 70"/>
                <a:gd name="T39" fmla="*/ 14 h 134"/>
                <a:gd name="T40" fmla="*/ 39 w 70"/>
                <a:gd name="T41" fmla="*/ 9 h 134"/>
                <a:gd name="T42" fmla="*/ 32 w 70"/>
                <a:gd name="T43" fmla="*/ 6 h 134"/>
                <a:gd name="T44" fmla="*/ 37 w 70"/>
                <a:gd name="T45" fmla="*/ 1 h 134"/>
                <a:gd name="T46" fmla="*/ 37 w 70"/>
                <a:gd name="T47" fmla="*/ 1 h 134"/>
                <a:gd name="T48" fmla="*/ 31 w 70"/>
                <a:gd name="T49" fmla="*/ 1 h 134"/>
                <a:gd name="T50" fmla="*/ 30 w 70"/>
                <a:gd name="T51" fmla="*/ 1 h 134"/>
                <a:gd name="T52" fmla="*/ 25 w 70"/>
                <a:gd name="T53" fmla="*/ 4 h 134"/>
                <a:gd name="T54" fmla="*/ 2 w 70"/>
                <a:gd name="T55" fmla="*/ 28 h 134"/>
                <a:gd name="T56" fmla="*/ 2 w 70"/>
                <a:gd name="T57" fmla="*/ 28 h 134"/>
                <a:gd name="T58" fmla="*/ 2 w 70"/>
                <a:gd name="T59" fmla="*/ 28 h 134"/>
                <a:gd name="T60" fmla="*/ 1 w 70"/>
                <a:gd name="T61" fmla="*/ 38 h 134"/>
                <a:gd name="T62" fmla="*/ 1 w 70"/>
                <a:gd name="T63" fmla="*/ 38 h 134"/>
                <a:gd name="T64" fmla="*/ 1 w 70"/>
                <a:gd name="T65" fmla="*/ 38 h 134"/>
                <a:gd name="T66" fmla="*/ 1 w 70"/>
                <a:gd name="T67" fmla="*/ 38 h 134"/>
                <a:gd name="T68" fmla="*/ 2 w 70"/>
                <a:gd name="T69" fmla="*/ 38 h 134"/>
                <a:gd name="T70" fmla="*/ 2 w 70"/>
                <a:gd name="T71" fmla="*/ 39 h 134"/>
                <a:gd name="T72" fmla="*/ 3 w 70"/>
                <a:gd name="T73" fmla="*/ 41 h 134"/>
                <a:gd name="T74" fmla="*/ 5 w 70"/>
                <a:gd name="T75" fmla="*/ 45 h 134"/>
                <a:gd name="T76" fmla="*/ 9 w 70"/>
                <a:gd name="T77" fmla="*/ 52 h 134"/>
                <a:gd name="T78" fmla="*/ 16 w 70"/>
                <a:gd name="T79" fmla="*/ 67 h 134"/>
                <a:gd name="T80" fmla="*/ 26 w 70"/>
                <a:gd name="T81" fmla="*/ 61 h 134"/>
                <a:gd name="T82" fmla="*/ 26 w 70"/>
                <a:gd name="T83" fmla="*/ 71 h 134"/>
                <a:gd name="T84" fmla="*/ 26 w 70"/>
                <a:gd name="T85" fmla="*/ 71 h 134"/>
                <a:gd name="T86" fmla="*/ 28 w 70"/>
                <a:gd name="T87" fmla="*/ 71 h 134"/>
                <a:gd name="T88" fmla="*/ 29 w 70"/>
                <a:gd name="T89" fmla="*/ 134 h 134"/>
                <a:gd name="T90" fmla="*/ 47 w 70"/>
                <a:gd name="T91" fmla="*/ 134 h 134"/>
                <a:gd name="T92" fmla="*/ 48 w 70"/>
                <a:gd name="T93" fmla="*/ 71 h 134"/>
                <a:gd name="T94" fmla="*/ 49 w 70"/>
                <a:gd name="T95" fmla="*/ 71 h 134"/>
                <a:gd name="T96" fmla="*/ 51 w 70"/>
                <a:gd name="T97" fmla="*/ 134 h 134"/>
                <a:gd name="T98" fmla="*/ 69 w 70"/>
                <a:gd name="T99" fmla="*/ 134 h 134"/>
                <a:gd name="T100" fmla="*/ 70 w 70"/>
                <a:gd name="T101" fmla="*/ 79 h 134"/>
                <a:gd name="T102" fmla="*/ 65 w 70"/>
                <a:gd name="T103" fmla="*/ 79 h 134"/>
                <a:gd name="T104" fmla="*/ 26 w 70"/>
                <a:gd name="T105" fmla="*/ 47 h 134"/>
                <a:gd name="T106" fmla="*/ 24 w 70"/>
                <a:gd name="T107" fmla="*/ 44 h 134"/>
                <a:gd name="T108" fmla="*/ 20 w 70"/>
                <a:gd name="T109" fmla="*/ 37 h 134"/>
                <a:gd name="T110" fmla="*/ 19 w 70"/>
                <a:gd name="T111" fmla="*/ 35 h 134"/>
                <a:gd name="T112" fmla="*/ 27 w 70"/>
                <a:gd name="T113" fmla="*/ 25 h 134"/>
                <a:gd name="T114" fmla="*/ 26 w 70"/>
                <a:gd name="T115" fmla="*/ 4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0" h="134">
                  <a:moveTo>
                    <a:pt x="65" y="79"/>
                  </a:moveTo>
                  <a:cubicBezTo>
                    <a:pt x="60" y="79"/>
                    <a:pt x="60" y="79"/>
                    <a:pt x="60" y="79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5"/>
                    <a:pt x="67" y="3"/>
                    <a:pt x="68" y="2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4" y="1"/>
                    <a:pt x="62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5" y="1"/>
                    <a:pt x="33" y="1"/>
                    <a:pt x="31" y="1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8" y="1"/>
                    <a:pt x="26" y="2"/>
                    <a:pt x="25" y="4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47"/>
                    <a:pt x="2" y="33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9" y="65"/>
                    <a:pt x="23" y="63"/>
                    <a:pt x="26" y="61"/>
                  </a:cubicBezTo>
                  <a:cubicBezTo>
                    <a:pt x="26" y="64"/>
                    <a:pt x="26" y="68"/>
                    <a:pt x="26" y="71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6" y="71"/>
                    <a:pt x="27" y="71"/>
                    <a:pt x="28" y="71"/>
                  </a:cubicBezTo>
                  <a:cubicBezTo>
                    <a:pt x="29" y="134"/>
                    <a:pt x="29" y="134"/>
                    <a:pt x="29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8" y="116"/>
                    <a:pt x="48" y="84"/>
                    <a:pt x="48" y="71"/>
                  </a:cubicBezTo>
                  <a:cubicBezTo>
                    <a:pt x="48" y="71"/>
                    <a:pt x="49" y="71"/>
                    <a:pt x="49" y="71"/>
                  </a:cubicBezTo>
                  <a:cubicBezTo>
                    <a:pt x="51" y="134"/>
                    <a:pt x="51" y="134"/>
                    <a:pt x="51" y="134"/>
                  </a:cubicBezTo>
                  <a:cubicBezTo>
                    <a:pt x="69" y="134"/>
                    <a:pt x="69" y="134"/>
                    <a:pt x="69" y="134"/>
                  </a:cubicBezTo>
                  <a:cubicBezTo>
                    <a:pt x="70" y="119"/>
                    <a:pt x="70" y="95"/>
                    <a:pt x="70" y="79"/>
                  </a:cubicBezTo>
                  <a:cubicBezTo>
                    <a:pt x="68" y="79"/>
                    <a:pt x="66" y="79"/>
                    <a:pt x="65" y="79"/>
                  </a:cubicBezTo>
                  <a:close/>
                  <a:moveTo>
                    <a:pt x="26" y="47"/>
                  </a:moveTo>
                  <a:cubicBezTo>
                    <a:pt x="24" y="44"/>
                    <a:pt x="24" y="44"/>
                    <a:pt x="24" y="44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32"/>
                    <a:pt x="26" y="40"/>
                    <a:pt x="26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6" name="Freeform 588"/>
            <p:cNvSpPr/>
            <p:nvPr/>
          </p:nvSpPr>
          <p:spPr bwMode="auto">
            <a:xfrm>
              <a:off x="9401176" y="3227388"/>
              <a:ext cx="225425" cy="501650"/>
            </a:xfrm>
            <a:custGeom>
              <a:avLst/>
              <a:gdLst>
                <a:gd name="T0" fmla="*/ 60 w 60"/>
                <a:gd name="T1" fmla="*/ 39 h 134"/>
                <a:gd name="T2" fmla="*/ 60 w 60"/>
                <a:gd name="T3" fmla="*/ 39 h 134"/>
                <a:gd name="T4" fmla="*/ 60 w 60"/>
                <a:gd name="T5" fmla="*/ 39 h 134"/>
                <a:gd name="T6" fmla="*/ 60 w 60"/>
                <a:gd name="T7" fmla="*/ 39 h 134"/>
                <a:gd name="T8" fmla="*/ 60 w 60"/>
                <a:gd name="T9" fmla="*/ 38 h 134"/>
                <a:gd name="T10" fmla="*/ 48 w 60"/>
                <a:gd name="T11" fmla="*/ 7 h 134"/>
                <a:gd name="T12" fmla="*/ 41 w 60"/>
                <a:gd name="T13" fmla="*/ 1 h 134"/>
                <a:gd name="T14" fmla="*/ 41 w 60"/>
                <a:gd name="T15" fmla="*/ 1 h 134"/>
                <a:gd name="T16" fmla="*/ 34 w 60"/>
                <a:gd name="T17" fmla="*/ 1 h 134"/>
                <a:gd name="T18" fmla="*/ 34 w 60"/>
                <a:gd name="T19" fmla="*/ 1 h 134"/>
                <a:gd name="T20" fmla="*/ 40 w 60"/>
                <a:gd name="T21" fmla="*/ 6 h 134"/>
                <a:gd name="T22" fmla="*/ 33 w 60"/>
                <a:gd name="T23" fmla="*/ 9 h 134"/>
                <a:gd name="T24" fmla="*/ 36 w 60"/>
                <a:gd name="T25" fmla="*/ 14 h 134"/>
                <a:gd name="T26" fmla="*/ 28 w 60"/>
                <a:gd name="T27" fmla="*/ 33 h 134"/>
                <a:gd name="T28" fmla="*/ 26 w 60"/>
                <a:gd name="T29" fmla="*/ 6 h 134"/>
                <a:gd name="T30" fmla="*/ 27 w 60"/>
                <a:gd name="T31" fmla="*/ 5 h 134"/>
                <a:gd name="T32" fmla="*/ 26 w 60"/>
                <a:gd name="T33" fmla="*/ 0 h 134"/>
                <a:gd name="T34" fmla="*/ 20 w 60"/>
                <a:gd name="T35" fmla="*/ 0 h 134"/>
                <a:gd name="T36" fmla="*/ 19 w 60"/>
                <a:gd name="T37" fmla="*/ 5 h 134"/>
                <a:gd name="T38" fmla="*/ 20 w 60"/>
                <a:gd name="T39" fmla="*/ 6 h 134"/>
                <a:gd name="T40" fmla="*/ 19 w 60"/>
                <a:gd name="T41" fmla="*/ 33 h 134"/>
                <a:gd name="T42" fmla="*/ 10 w 60"/>
                <a:gd name="T43" fmla="*/ 14 h 134"/>
                <a:gd name="T44" fmla="*/ 13 w 60"/>
                <a:gd name="T45" fmla="*/ 9 h 134"/>
                <a:gd name="T46" fmla="*/ 6 w 60"/>
                <a:gd name="T47" fmla="*/ 6 h 134"/>
                <a:gd name="T48" fmla="*/ 12 w 60"/>
                <a:gd name="T49" fmla="*/ 1 h 134"/>
                <a:gd name="T50" fmla="*/ 12 w 60"/>
                <a:gd name="T51" fmla="*/ 1 h 134"/>
                <a:gd name="T52" fmla="*/ 6 w 60"/>
                <a:gd name="T53" fmla="*/ 1 h 134"/>
                <a:gd name="T54" fmla="*/ 5 w 60"/>
                <a:gd name="T55" fmla="*/ 1 h 134"/>
                <a:gd name="T56" fmla="*/ 0 w 60"/>
                <a:gd name="T57" fmla="*/ 3 h 134"/>
                <a:gd name="T58" fmla="*/ 1 w 60"/>
                <a:gd name="T59" fmla="*/ 7 h 134"/>
                <a:gd name="T60" fmla="*/ 7 w 60"/>
                <a:gd name="T61" fmla="*/ 79 h 134"/>
                <a:gd name="T62" fmla="*/ 2 w 60"/>
                <a:gd name="T63" fmla="*/ 79 h 134"/>
                <a:gd name="T64" fmla="*/ 4 w 60"/>
                <a:gd name="T65" fmla="*/ 134 h 134"/>
                <a:gd name="T66" fmla="*/ 22 w 60"/>
                <a:gd name="T67" fmla="*/ 134 h 134"/>
                <a:gd name="T68" fmla="*/ 22 w 60"/>
                <a:gd name="T69" fmla="*/ 71 h 134"/>
                <a:gd name="T70" fmla="*/ 24 w 60"/>
                <a:gd name="T71" fmla="*/ 71 h 134"/>
                <a:gd name="T72" fmla="*/ 26 w 60"/>
                <a:gd name="T73" fmla="*/ 134 h 134"/>
                <a:gd name="T74" fmla="*/ 44 w 60"/>
                <a:gd name="T75" fmla="*/ 134 h 134"/>
                <a:gd name="T76" fmla="*/ 44 w 60"/>
                <a:gd name="T77" fmla="*/ 73 h 134"/>
                <a:gd name="T78" fmla="*/ 47 w 60"/>
                <a:gd name="T79" fmla="*/ 75 h 134"/>
                <a:gd name="T80" fmla="*/ 54 w 60"/>
                <a:gd name="T81" fmla="*/ 59 h 134"/>
                <a:gd name="T82" fmla="*/ 57 w 60"/>
                <a:gd name="T83" fmla="*/ 52 h 134"/>
                <a:gd name="T84" fmla="*/ 59 w 60"/>
                <a:gd name="T85" fmla="*/ 48 h 134"/>
                <a:gd name="T86" fmla="*/ 59 w 60"/>
                <a:gd name="T87" fmla="*/ 46 h 134"/>
                <a:gd name="T88" fmla="*/ 60 w 60"/>
                <a:gd name="T89" fmla="*/ 46 h 134"/>
                <a:gd name="T90" fmla="*/ 60 w 60"/>
                <a:gd name="T91" fmla="*/ 45 h 134"/>
                <a:gd name="T92" fmla="*/ 60 w 60"/>
                <a:gd name="T93" fmla="*/ 45 h 134"/>
                <a:gd name="T94" fmla="*/ 60 w 60"/>
                <a:gd name="T95" fmla="*/ 3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0" h="134">
                  <a:moveTo>
                    <a:pt x="60" y="39"/>
                  </a:moveTo>
                  <a:cubicBezTo>
                    <a:pt x="60" y="39"/>
                    <a:pt x="60" y="39"/>
                    <a:pt x="60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7" y="4"/>
                    <a:pt x="44" y="2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39" y="1"/>
                    <a:pt x="36" y="1"/>
                    <a:pt x="34" y="1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1"/>
                    <a:pt x="8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1"/>
                    <a:pt x="2" y="2"/>
                    <a:pt x="0" y="3"/>
                  </a:cubicBezTo>
                  <a:cubicBezTo>
                    <a:pt x="0" y="5"/>
                    <a:pt x="1" y="6"/>
                    <a:pt x="1" y="7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22" y="134"/>
                    <a:pt x="22" y="134"/>
                    <a:pt x="22" y="134"/>
                  </a:cubicBezTo>
                  <a:cubicBezTo>
                    <a:pt x="23" y="116"/>
                    <a:pt x="22" y="84"/>
                    <a:pt x="22" y="71"/>
                  </a:cubicBezTo>
                  <a:cubicBezTo>
                    <a:pt x="23" y="71"/>
                    <a:pt x="23" y="71"/>
                    <a:pt x="24" y="71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44" y="134"/>
                    <a:pt x="44" y="134"/>
                    <a:pt x="44" y="134"/>
                  </a:cubicBezTo>
                  <a:cubicBezTo>
                    <a:pt x="45" y="117"/>
                    <a:pt x="44" y="87"/>
                    <a:pt x="44" y="73"/>
                  </a:cubicBezTo>
                  <a:cubicBezTo>
                    <a:pt x="45" y="74"/>
                    <a:pt x="46" y="74"/>
                    <a:pt x="47" y="75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0" y="43"/>
                    <a:pt x="59" y="52"/>
                    <a:pt x="6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7" name="Oval 589"/>
            <p:cNvSpPr>
              <a:spLocks noChangeArrowheads="1"/>
            </p:cNvSpPr>
            <p:nvPr/>
          </p:nvSpPr>
          <p:spPr bwMode="auto">
            <a:xfrm>
              <a:off x="9224963" y="3073401"/>
              <a:ext cx="107950" cy="134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8" name="Freeform 590"/>
            <p:cNvSpPr/>
            <p:nvPr/>
          </p:nvSpPr>
          <p:spPr bwMode="auto">
            <a:xfrm>
              <a:off x="9150351" y="3219451"/>
              <a:ext cx="258763" cy="547688"/>
            </a:xfrm>
            <a:custGeom>
              <a:avLst/>
              <a:gdLst>
                <a:gd name="T0" fmla="*/ 54 w 69"/>
                <a:gd name="T1" fmla="*/ 1 h 146"/>
                <a:gd name="T2" fmla="*/ 54 w 69"/>
                <a:gd name="T3" fmla="*/ 1 h 146"/>
                <a:gd name="T4" fmla="*/ 47 w 69"/>
                <a:gd name="T5" fmla="*/ 0 h 146"/>
                <a:gd name="T6" fmla="*/ 46 w 69"/>
                <a:gd name="T7" fmla="*/ 1 h 146"/>
                <a:gd name="T8" fmla="*/ 53 w 69"/>
                <a:gd name="T9" fmla="*/ 6 h 146"/>
                <a:gd name="T10" fmla="*/ 45 w 69"/>
                <a:gd name="T11" fmla="*/ 9 h 146"/>
                <a:gd name="T12" fmla="*/ 49 w 69"/>
                <a:gd name="T13" fmla="*/ 15 h 146"/>
                <a:gd name="T14" fmla="*/ 39 w 69"/>
                <a:gd name="T15" fmla="*/ 36 h 146"/>
                <a:gd name="T16" fmla="*/ 38 w 69"/>
                <a:gd name="T17" fmla="*/ 7 h 146"/>
                <a:gd name="T18" fmla="*/ 39 w 69"/>
                <a:gd name="T19" fmla="*/ 6 h 146"/>
                <a:gd name="T20" fmla="*/ 37 w 69"/>
                <a:gd name="T21" fmla="*/ 0 h 146"/>
                <a:gd name="T22" fmla="*/ 32 w 69"/>
                <a:gd name="T23" fmla="*/ 0 h 146"/>
                <a:gd name="T24" fmla="*/ 30 w 69"/>
                <a:gd name="T25" fmla="*/ 6 h 146"/>
                <a:gd name="T26" fmla="*/ 31 w 69"/>
                <a:gd name="T27" fmla="*/ 7 h 146"/>
                <a:gd name="T28" fmla="*/ 30 w 69"/>
                <a:gd name="T29" fmla="*/ 36 h 146"/>
                <a:gd name="T30" fmla="*/ 20 w 69"/>
                <a:gd name="T31" fmla="*/ 15 h 146"/>
                <a:gd name="T32" fmla="*/ 24 w 69"/>
                <a:gd name="T33" fmla="*/ 9 h 146"/>
                <a:gd name="T34" fmla="*/ 16 w 69"/>
                <a:gd name="T35" fmla="*/ 6 h 146"/>
                <a:gd name="T36" fmla="*/ 22 w 69"/>
                <a:gd name="T37" fmla="*/ 1 h 146"/>
                <a:gd name="T38" fmla="*/ 22 w 69"/>
                <a:gd name="T39" fmla="*/ 0 h 146"/>
                <a:gd name="T40" fmla="*/ 15 w 69"/>
                <a:gd name="T41" fmla="*/ 1 h 146"/>
                <a:gd name="T42" fmla="*/ 15 w 69"/>
                <a:gd name="T43" fmla="*/ 1 h 146"/>
                <a:gd name="T44" fmla="*/ 7 w 69"/>
                <a:gd name="T45" fmla="*/ 9 h 146"/>
                <a:gd name="T46" fmla="*/ 0 w 69"/>
                <a:gd name="T47" fmla="*/ 76 h 146"/>
                <a:gd name="T48" fmla="*/ 10 w 69"/>
                <a:gd name="T49" fmla="*/ 77 h 146"/>
                <a:gd name="T50" fmla="*/ 10 w 69"/>
                <a:gd name="T51" fmla="*/ 77 h 146"/>
                <a:gd name="T52" fmla="*/ 11 w 69"/>
                <a:gd name="T53" fmla="*/ 77 h 146"/>
                <a:gd name="T54" fmla="*/ 12 w 69"/>
                <a:gd name="T55" fmla="*/ 77 h 146"/>
                <a:gd name="T56" fmla="*/ 14 w 69"/>
                <a:gd name="T57" fmla="*/ 146 h 146"/>
                <a:gd name="T58" fmla="*/ 33 w 69"/>
                <a:gd name="T59" fmla="*/ 146 h 146"/>
                <a:gd name="T60" fmla="*/ 33 w 69"/>
                <a:gd name="T61" fmla="*/ 77 h 146"/>
                <a:gd name="T62" fmla="*/ 35 w 69"/>
                <a:gd name="T63" fmla="*/ 77 h 146"/>
                <a:gd name="T64" fmla="*/ 38 w 69"/>
                <a:gd name="T65" fmla="*/ 146 h 146"/>
                <a:gd name="T66" fmla="*/ 57 w 69"/>
                <a:gd name="T67" fmla="*/ 146 h 146"/>
                <a:gd name="T68" fmla="*/ 57 w 69"/>
                <a:gd name="T69" fmla="*/ 77 h 146"/>
                <a:gd name="T70" fmla="*/ 59 w 69"/>
                <a:gd name="T71" fmla="*/ 77 h 146"/>
                <a:gd name="T72" fmla="*/ 59 w 69"/>
                <a:gd name="T73" fmla="*/ 77 h 146"/>
                <a:gd name="T74" fmla="*/ 59 w 69"/>
                <a:gd name="T75" fmla="*/ 77 h 146"/>
                <a:gd name="T76" fmla="*/ 69 w 69"/>
                <a:gd name="T77" fmla="*/ 76 h 146"/>
                <a:gd name="T78" fmla="*/ 62 w 69"/>
                <a:gd name="T79" fmla="*/ 9 h 146"/>
                <a:gd name="T80" fmla="*/ 54 w 69"/>
                <a:gd name="T81" fmla="*/ 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9" h="146">
                  <a:moveTo>
                    <a:pt x="54" y="1"/>
                  </a:moveTo>
                  <a:cubicBezTo>
                    <a:pt x="54" y="1"/>
                    <a:pt x="54" y="1"/>
                    <a:pt x="54" y="1"/>
                  </a:cubicBezTo>
                  <a:cubicBezTo>
                    <a:pt x="51" y="1"/>
                    <a:pt x="49" y="1"/>
                    <a:pt x="47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0" y="1"/>
                    <a:pt x="18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1" y="1"/>
                    <a:pt x="7" y="4"/>
                    <a:pt x="7" y="9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3" y="77"/>
                    <a:pt x="7" y="77"/>
                    <a:pt x="10" y="77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0" y="77"/>
                    <a:pt x="10" y="77"/>
                    <a:pt x="11" y="77"/>
                  </a:cubicBezTo>
                  <a:cubicBezTo>
                    <a:pt x="11" y="77"/>
                    <a:pt x="11" y="77"/>
                    <a:pt x="12" y="77"/>
                  </a:cubicBezTo>
                  <a:cubicBezTo>
                    <a:pt x="14" y="146"/>
                    <a:pt x="14" y="146"/>
                    <a:pt x="14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4" y="126"/>
                    <a:pt x="34" y="91"/>
                    <a:pt x="33" y="77"/>
                  </a:cubicBezTo>
                  <a:cubicBezTo>
                    <a:pt x="34" y="77"/>
                    <a:pt x="35" y="77"/>
                    <a:pt x="35" y="77"/>
                  </a:cubicBezTo>
                  <a:cubicBezTo>
                    <a:pt x="38" y="146"/>
                    <a:pt x="38" y="146"/>
                    <a:pt x="38" y="146"/>
                  </a:cubicBezTo>
                  <a:cubicBezTo>
                    <a:pt x="57" y="146"/>
                    <a:pt x="57" y="146"/>
                    <a:pt x="57" y="146"/>
                  </a:cubicBezTo>
                  <a:cubicBezTo>
                    <a:pt x="58" y="126"/>
                    <a:pt x="57" y="91"/>
                    <a:pt x="57" y="77"/>
                  </a:cubicBezTo>
                  <a:cubicBezTo>
                    <a:pt x="58" y="77"/>
                    <a:pt x="58" y="77"/>
                    <a:pt x="59" y="77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62" y="77"/>
                    <a:pt x="66" y="77"/>
                    <a:pt x="69" y="76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4"/>
                    <a:pt x="58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386990" y="3329318"/>
            <a:ext cx="440247" cy="356305"/>
            <a:chOff x="7286626" y="1281113"/>
            <a:chExt cx="782638" cy="633413"/>
          </a:xfrm>
          <a:solidFill>
            <a:srgbClr val="FEFEFE"/>
          </a:solidFill>
        </p:grpSpPr>
        <p:sp>
          <p:nvSpPr>
            <p:cNvPr id="70" name="Freeform 754"/>
            <p:cNvSpPr>
              <a:spLocks noEditPoints="1"/>
            </p:cNvSpPr>
            <p:nvPr/>
          </p:nvSpPr>
          <p:spPr bwMode="auto">
            <a:xfrm>
              <a:off x="7286626" y="1281113"/>
              <a:ext cx="782638" cy="633413"/>
            </a:xfrm>
            <a:custGeom>
              <a:avLst/>
              <a:gdLst>
                <a:gd name="T0" fmla="*/ 200 w 209"/>
                <a:gd name="T1" fmla="*/ 140 h 169"/>
                <a:gd name="T2" fmla="*/ 159 w 209"/>
                <a:gd name="T3" fmla="*/ 114 h 169"/>
                <a:gd name="T4" fmla="*/ 148 w 209"/>
                <a:gd name="T5" fmla="*/ 112 h 169"/>
                <a:gd name="T6" fmla="*/ 144 w 209"/>
                <a:gd name="T7" fmla="*/ 114 h 169"/>
                <a:gd name="T8" fmla="*/ 137 w 209"/>
                <a:gd name="T9" fmla="*/ 109 h 169"/>
                <a:gd name="T10" fmla="*/ 144 w 209"/>
                <a:gd name="T11" fmla="*/ 60 h 169"/>
                <a:gd name="T12" fmla="*/ 60 w 209"/>
                <a:gd name="T13" fmla="*/ 9 h 169"/>
                <a:gd name="T14" fmla="*/ 9 w 209"/>
                <a:gd name="T15" fmla="*/ 93 h 169"/>
                <a:gd name="T16" fmla="*/ 93 w 209"/>
                <a:gd name="T17" fmla="*/ 144 h 169"/>
                <a:gd name="T18" fmla="*/ 129 w 209"/>
                <a:gd name="T19" fmla="*/ 121 h 169"/>
                <a:gd name="T20" fmla="*/ 136 w 209"/>
                <a:gd name="T21" fmla="*/ 126 h 169"/>
                <a:gd name="T22" fmla="*/ 143 w 209"/>
                <a:gd name="T23" fmla="*/ 139 h 169"/>
                <a:gd name="T24" fmla="*/ 183 w 209"/>
                <a:gd name="T25" fmla="*/ 166 h 169"/>
                <a:gd name="T26" fmla="*/ 195 w 209"/>
                <a:gd name="T27" fmla="*/ 168 h 169"/>
                <a:gd name="T28" fmla="*/ 204 w 209"/>
                <a:gd name="T29" fmla="*/ 161 h 169"/>
                <a:gd name="T30" fmla="*/ 200 w 209"/>
                <a:gd name="T31" fmla="*/ 140 h 169"/>
                <a:gd name="T32" fmla="*/ 90 w 209"/>
                <a:gd name="T33" fmla="*/ 131 h 169"/>
                <a:gd name="T34" fmla="*/ 22 w 209"/>
                <a:gd name="T35" fmla="*/ 90 h 169"/>
                <a:gd name="T36" fmla="*/ 63 w 209"/>
                <a:gd name="T37" fmla="*/ 22 h 169"/>
                <a:gd name="T38" fmla="*/ 131 w 209"/>
                <a:gd name="T39" fmla="*/ 63 h 169"/>
                <a:gd name="T40" fmla="*/ 90 w 209"/>
                <a:gd name="T41" fmla="*/ 13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9" h="169">
                  <a:moveTo>
                    <a:pt x="200" y="140"/>
                  </a:moveTo>
                  <a:cubicBezTo>
                    <a:pt x="159" y="114"/>
                    <a:pt x="159" y="114"/>
                    <a:pt x="159" y="114"/>
                  </a:cubicBezTo>
                  <a:cubicBezTo>
                    <a:pt x="156" y="112"/>
                    <a:pt x="152" y="111"/>
                    <a:pt x="148" y="112"/>
                  </a:cubicBezTo>
                  <a:cubicBezTo>
                    <a:pt x="146" y="113"/>
                    <a:pt x="145" y="113"/>
                    <a:pt x="144" y="114"/>
                  </a:cubicBezTo>
                  <a:cubicBezTo>
                    <a:pt x="137" y="109"/>
                    <a:pt x="137" y="109"/>
                    <a:pt x="137" y="109"/>
                  </a:cubicBezTo>
                  <a:cubicBezTo>
                    <a:pt x="145" y="95"/>
                    <a:pt x="148" y="77"/>
                    <a:pt x="144" y="60"/>
                  </a:cubicBezTo>
                  <a:cubicBezTo>
                    <a:pt x="135" y="23"/>
                    <a:pt x="97" y="0"/>
                    <a:pt x="60" y="9"/>
                  </a:cubicBezTo>
                  <a:cubicBezTo>
                    <a:pt x="23" y="18"/>
                    <a:pt x="0" y="56"/>
                    <a:pt x="9" y="93"/>
                  </a:cubicBezTo>
                  <a:cubicBezTo>
                    <a:pt x="18" y="130"/>
                    <a:pt x="56" y="153"/>
                    <a:pt x="93" y="144"/>
                  </a:cubicBezTo>
                  <a:cubicBezTo>
                    <a:pt x="108" y="140"/>
                    <a:pt x="120" y="132"/>
                    <a:pt x="129" y="121"/>
                  </a:cubicBezTo>
                  <a:cubicBezTo>
                    <a:pt x="136" y="126"/>
                    <a:pt x="136" y="126"/>
                    <a:pt x="136" y="126"/>
                  </a:cubicBezTo>
                  <a:cubicBezTo>
                    <a:pt x="136" y="131"/>
                    <a:pt x="138" y="136"/>
                    <a:pt x="143" y="139"/>
                  </a:cubicBezTo>
                  <a:cubicBezTo>
                    <a:pt x="183" y="166"/>
                    <a:pt x="183" y="166"/>
                    <a:pt x="183" y="166"/>
                  </a:cubicBezTo>
                  <a:cubicBezTo>
                    <a:pt x="187" y="168"/>
                    <a:pt x="191" y="169"/>
                    <a:pt x="195" y="168"/>
                  </a:cubicBezTo>
                  <a:cubicBezTo>
                    <a:pt x="199" y="167"/>
                    <a:pt x="202" y="165"/>
                    <a:pt x="204" y="161"/>
                  </a:cubicBezTo>
                  <a:cubicBezTo>
                    <a:pt x="209" y="154"/>
                    <a:pt x="207" y="145"/>
                    <a:pt x="200" y="140"/>
                  </a:cubicBezTo>
                  <a:close/>
                  <a:moveTo>
                    <a:pt x="90" y="131"/>
                  </a:moveTo>
                  <a:cubicBezTo>
                    <a:pt x="60" y="139"/>
                    <a:pt x="29" y="120"/>
                    <a:pt x="22" y="90"/>
                  </a:cubicBezTo>
                  <a:cubicBezTo>
                    <a:pt x="14" y="59"/>
                    <a:pt x="33" y="29"/>
                    <a:pt x="63" y="22"/>
                  </a:cubicBezTo>
                  <a:cubicBezTo>
                    <a:pt x="94" y="14"/>
                    <a:pt x="124" y="33"/>
                    <a:pt x="131" y="63"/>
                  </a:cubicBezTo>
                  <a:cubicBezTo>
                    <a:pt x="139" y="93"/>
                    <a:pt x="120" y="124"/>
                    <a:pt x="90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1" name="Freeform 755"/>
            <p:cNvSpPr>
              <a:spLocks noEditPoints="1"/>
            </p:cNvSpPr>
            <p:nvPr/>
          </p:nvSpPr>
          <p:spPr bwMode="auto">
            <a:xfrm>
              <a:off x="7432676" y="1441451"/>
              <a:ext cx="280988" cy="228600"/>
            </a:xfrm>
            <a:custGeom>
              <a:avLst/>
              <a:gdLst>
                <a:gd name="T0" fmla="*/ 123 w 177"/>
                <a:gd name="T1" fmla="*/ 116 h 144"/>
                <a:gd name="T2" fmla="*/ 54 w 177"/>
                <a:gd name="T3" fmla="*/ 116 h 144"/>
                <a:gd name="T4" fmla="*/ 42 w 177"/>
                <a:gd name="T5" fmla="*/ 144 h 144"/>
                <a:gd name="T6" fmla="*/ 0 w 177"/>
                <a:gd name="T7" fmla="*/ 144 h 144"/>
                <a:gd name="T8" fmla="*/ 64 w 177"/>
                <a:gd name="T9" fmla="*/ 0 h 144"/>
                <a:gd name="T10" fmla="*/ 113 w 177"/>
                <a:gd name="T11" fmla="*/ 0 h 144"/>
                <a:gd name="T12" fmla="*/ 177 w 177"/>
                <a:gd name="T13" fmla="*/ 144 h 144"/>
                <a:gd name="T14" fmla="*/ 134 w 177"/>
                <a:gd name="T15" fmla="*/ 144 h 144"/>
                <a:gd name="T16" fmla="*/ 123 w 177"/>
                <a:gd name="T17" fmla="*/ 116 h 144"/>
                <a:gd name="T18" fmla="*/ 87 w 177"/>
                <a:gd name="T19" fmla="*/ 31 h 144"/>
                <a:gd name="T20" fmla="*/ 66 w 177"/>
                <a:gd name="T21" fmla="*/ 88 h 144"/>
                <a:gd name="T22" fmla="*/ 111 w 177"/>
                <a:gd name="T23" fmla="*/ 88 h 144"/>
                <a:gd name="T24" fmla="*/ 87 w 177"/>
                <a:gd name="T25" fmla="*/ 3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144">
                  <a:moveTo>
                    <a:pt x="123" y="116"/>
                  </a:moveTo>
                  <a:lnTo>
                    <a:pt x="54" y="116"/>
                  </a:lnTo>
                  <a:lnTo>
                    <a:pt x="42" y="144"/>
                  </a:lnTo>
                  <a:lnTo>
                    <a:pt x="0" y="144"/>
                  </a:lnTo>
                  <a:lnTo>
                    <a:pt x="64" y="0"/>
                  </a:lnTo>
                  <a:lnTo>
                    <a:pt x="113" y="0"/>
                  </a:lnTo>
                  <a:lnTo>
                    <a:pt x="177" y="144"/>
                  </a:lnTo>
                  <a:lnTo>
                    <a:pt x="134" y="144"/>
                  </a:lnTo>
                  <a:lnTo>
                    <a:pt x="123" y="116"/>
                  </a:lnTo>
                  <a:close/>
                  <a:moveTo>
                    <a:pt x="87" y="31"/>
                  </a:moveTo>
                  <a:lnTo>
                    <a:pt x="66" y="88"/>
                  </a:lnTo>
                  <a:lnTo>
                    <a:pt x="111" y="88"/>
                  </a:lnTo>
                  <a:lnTo>
                    <a:pt x="8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403511" y="4830382"/>
            <a:ext cx="407205" cy="398275"/>
            <a:chOff x="8905875" y="4843463"/>
            <a:chExt cx="723900" cy="708025"/>
          </a:xfrm>
          <a:solidFill>
            <a:srgbClr val="FEFEFE"/>
          </a:solidFill>
        </p:grpSpPr>
        <p:sp>
          <p:nvSpPr>
            <p:cNvPr id="73" name="Freeform 797"/>
            <p:cNvSpPr/>
            <p:nvPr/>
          </p:nvSpPr>
          <p:spPr bwMode="auto">
            <a:xfrm>
              <a:off x="8905875" y="4843463"/>
              <a:ext cx="723900" cy="465138"/>
            </a:xfrm>
            <a:custGeom>
              <a:avLst/>
              <a:gdLst>
                <a:gd name="T0" fmla="*/ 193 w 193"/>
                <a:gd name="T1" fmla="*/ 84 h 124"/>
                <a:gd name="T2" fmla="*/ 153 w 193"/>
                <a:gd name="T3" fmla="*/ 44 h 124"/>
                <a:gd name="T4" fmla="*/ 141 w 193"/>
                <a:gd name="T5" fmla="*/ 46 h 124"/>
                <a:gd name="T6" fmla="*/ 91 w 193"/>
                <a:gd name="T7" fmla="*/ 0 h 124"/>
                <a:gd name="T8" fmla="*/ 40 w 193"/>
                <a:gd name="T9" fmla="*/ 51 h 124"/>
                <a:gd name="T10" fmla="*/ 41 w 193"/>
                <a:gd name="T11" fmla="*/ 61 h 124"/>
                <a:gd name="T12" fmla="*/ 31 w 193"/>
                <a:gd name="T13" fmla="*/ 61 h 124"/>
                <a:gd name="T14" fmla="*/ 0 w 193"/>
                <a:gd name="T15" fmla="*/ 92 h 124"/>
                <a:gd name="T16" fmla="*/ 31 w 193"/>
                <a:gd name="T17" fmla="*/ 124 h 124"/>
                <a:gd name="T18" fmla="*/ 157 w 193"/>
                <a:gd name="T19" fmla="*/ 124 h 124"/>
                <a:gd name="T20" fmla="*/ 180 w 193"/>
                <a:gd name="T21" fmla="*/ 113 h 124"/>
                <a:gd name="T22" fmla="*/ 193 w 193"/>
                <a:gd name="T23" fmla="*/ 8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4">
                  <a:moveTo>
                    <a:pt x="193" y="84"/>
                  </a:moveTo>
                  <a:cubicBezTo>
                    <a:pt x="193" y="62"/>
                    <a:pt x="176" y="44"/>
                    <a:pt x="153" y="44"/>
                  </a:cubicBezTo>
                  <a:cubicBezTo>
                    <a:pt x="149" y="44"/>
                    <a:pt x="145" y="44"/>
                    <a:pt x="141" y="46"/>
                  </a:cubicBezTo>
                  <a:cubicBezTo>
                    <a:pt x="139" y="20"/>
                    <a:pt x="117" y="0"/>
                    <a:pt x="91" y="0"/>
                  </a:cubicBezTo>
                  <a:cubicBezTo>
                    <a:pt x="62" y="0"/>
                    <a:pt x="40" y="23"/>
                    <a:pt x="40" y="51"/>
                  </a:cubicBezTo>
                  <a:cubicBezTo>
                    <a:pt x="40" y="54"/>
                    <a:pt x="40" y="57"/>
                    <a:pt x="41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14" y="61"/>
                    <a:pt x="0" y="75"/>
                    <a:pt x="0" y="92"/>
                  </a:cubicBezTo>
                  <a:cubicBezTo>
                    <a:pt x="0" y="109"/>
                    <a:pt x="14" y="124"/>
                    <a:pt x="31" y="124"/>
                  </a:cubicBezTo>
                  <a:cubicBezTo>
                    <a:pt x="157" y="124"/>
                    <a:pt x="157" y="124"/>
                    <a:pt x="157" y="124"/>
                  </a:cubicBezTo>
                  <a:cubicBezTo>
                    <a:pt x="166" y="124"/>
                    <a:pt x="175" y="120"/>
                    <a:pt x="180" y="113"/>
                  </a:cubicBezTo>
                  <a:cubicBezTo>
                    <a:pt x="188" y="106"/>
                    <a:pt x="193" y="95"/>
                    <a:pt x="193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 798"/>
            <p:cNvSpPr/>
            <p:nvPr/>
          </p:nvSpPr>
          <p:spPr bwMode="auto">
            <a:xfrm>
              <a:off x="9097963" y="5443538"/>
              <a:ext cx="339725" cy="107950"/>
            </a:xfrm>
            <a:custGeom>
              <a:avLst/>
              <a:gdLst>
                <a:gd name="T0" fmla="*/ 46 w 91"/>
                <a:gd name="T1" fmla="*/ 29 h 29"/>
                <a:gd name="T2" fmla="*/ 0 w 91"/>
                <a:gd name="T3" fmla="*/ 10 h 29"/>
                <a:gd name="T4" fmla="*/ 11 w 91"/>
                <a:gd name="T5" fmla="*/ 0 h 29"/>
                <a:gd name="T6" fmla="*/ 80 w 91"/>
                <a:gd name="T7" fmla="*/ 0 h 29"/>
                <a:gd name="T8" fmla="*/ 91 w 91"/>
                <a:gd name="T9" fmla="*/ 10 h 29"/>
                <a:gd name="T10" fmla="*/ 46 w 91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29">
                  <a:moveTo>
                    <a:pt x="46" y="29"/>
                  </a:moveTo>
                  <a:cubicBezTo>
                    <a:pt x="29" y="29"/>
                    <a:pt x="13" y="23"/>
                    <a:pt x="0" y="1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0" y="19"/>
                    <a:pt x="61" y="19"/>
                    <a:pt x="80" y="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78" y="23"/>
                    <a:pt x="62" y="29"/>
                    <a:pt x="4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 799"/>
            <p:cNvSpPr/>
            <p:nvPr/>
          </p:nvSpPr>
          <p:spPr bwMode="auto">
            <a:xfrm>
              <a:off x="9175750" y="5364163"/>
              <a:ext cx="184150" cy="79375"/>
            </a:xfrm>
            <a:custGeom>
              <a:avLst/>
              <a:gdLst>
                <a:gd name="T0" fmla="*/ 25 w 49"/>
                <a:gd name="T1" fmla="*/ 21 h 21"/>
                <a:gd name="T2" fmla="*/ 0 w 49"/>
                <a:gd name="T3" fmla="*/ 11 h 21"/>
                <a:gd name="T4" fmla="*/ 10 w 49"/>
                <a:gd name="T5" fmla="*/ 0 h 21"/>
                <a:gd name="T6" fmla="*/ 39 w 49"/>
                <a:gd name="T7" fmla="*/ 0 h 21"/>
                <a:gd name="T8" fmla="*/ 49 w 49"/>
                <a:gd name="T9" fmla="*/ 11 h 21"/>
                <a:gd name="T10" fmla="*/ 25 w 49"/>
                <a:gd name="T11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21">
                  <a:moveTo>
                    <a:pt x="25" y="21"/>
                  </a:moveTo>
                  <a:cubicBezTo>
                    <a:pt x="16" y="21"/>
                    <a:pt x="7" y="17"/>
                    <a:pt x="0" y="1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8" y="8"/>
                    <a:pt x="31" y="8"/>
                    <a:pt x="39" y="0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2" y="17"/>
                    <a:pt x="34" y="21"/>
                    <a:pt x="2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4956591" y="1798357"/>
            <a:ext cx="373271" cy="387559"/>
            <a:chOff x="10518775" y="3081338"/>
            <a:chExt cx="663575" cy="688975"/>
          </a:xfrm>
          <a:solidFill>
            <a:srgbClr val="FEFEFE"/>
          </a:solidFill>
        </p:grpSpPr>
        <p:sp>
          <p:nvSpPr>
            <p:cNvPr id="77" name="Oval 800"/>
            <p:cNvSpPr>
              <a:spLocks noChangeArrowheads="1"/>
            </p:cNvSpPr>
            <p:nvPr/>
          </p:nvSpPr>
          <p:spPr bwMode="auto">
            <a:xfrm>
              <a:off x="10590213" y="3433763"/>
              <a:ext cx="127000" cy="1603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 801"/>
            <p:cNvSpPr/>
            <p:nvPr/>
          </p:nvSpPr>
          <p:spPr bwMode="auto">
            <a:xfrm>
              <a:off x="10518775" y="3609975"/>
              <a:ext cx="112713" cy="160338"/>
            </a:xfrm>
            <a:custGeom>
              <a:avLst/>
              <a:gdLst>
                <a:gd name="T0" fmla="*/ 19 w 30"/>
                <a:gd name="T1" fmla="*/ 18 h 43"/>
                <a:gd name="T2" fmla="*/ 23 w 30"/>
                <a:gd name="T3" fmla="*/ 11 h 43"/>
                <a:gd name="T4" fmla="*/ 14 w 30"/>
                <a:gd name="T5" fmla="*/ 6 h 43"/>
                <a:gd name="T6" fmla="*/ 22 w 30"/>
                <a:gd name="T7" fmla="*/ 0 h 43"/>
                <a:gd name="T8" fmla="*/ 22 w 30"/>
                <a:gd name="T9" fmla="*/ 0 h 43"/>
                <a:gd name="T10" fmla="*/ 13 w 30"/>
                <a:gd name="T11" fmla="*/ 1 h 43"/>
                <a:gd name="T12" fmla="*/ 12 w 30"/>
                <a:gd name="T13" fmla="*/ 1 h 43"/>
                <a:gd name="T14" fmla="*/ 12 w 30"/>
                <a:gd name="T15" fmla="*/ 1 h 43"/>
                <a:gd name="T16" fmla="*/ 2 w 30"/>
                <a:gd name="T17" fmla="*/ 11 h 43"/>
                <a:gd name="T18" fmla="*/ 0 w 30"/>
                <a:gd name="T19" fmla="*/ 31 h 43"/>
                <a:gd name="T20" fmla="*/ 30 w 30"/>
                <a:gd name="T21" fmla="*/ 43 h 43"/>
                <a:gd name="T22" fmla="*/ 30 w 30"/>
                <a:gd name="T23" fmla="*/ 42 h 43"/>
                <a:gd name="T24" fmla="*/ 19 w 30"/>
                <a:gd name="T25" fmla="*/ 1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43">
                  <a:moveTo>
                    <a:pt x="19" y="18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3" y="1"/>
                    <a:pt x="13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7" y="1"/>
                    <a:pt x="2" y="5"/>
                    <a:pt x="2" y="1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9" y="37"/>
                    <a:pt x="19" y="42"/>
                    <a:pt x="30" y="43"/>
                  </a:cubicBezTo>
                  <a:cubicBezTo>
                    <a:pt x="30" y="42"/>
                    <a:pt x="30" y="42"/>
                    <a:pt x="30" y="42"/>
                  </a:cubicBez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 802"/>
            <p:cNvSpPr/>
            <p:nvPr/>
          </p:nvSpPr>
          <p:spPr bwMode="auto">
            <a:xfrm>
              <a:off x="10675938" y="3609975"/>
              <a:ext cx="112713" cy="160338"/>
            </a:xfrm>
            <a:custGeom>
              <a:avLst/>
              <a:gdLst>
                <a:gd name="T0" fmla="*/ 29 w 30"/>
                <a:gd name="T1" fmla="*/ 11 h 43"/>
                <a:gd name="T2" fmla="*/ 18 w 30"/>
                <a:gd name="T3" fmla="*/ 1 h 43"/>
                <a:gd name="T4" fmla="*/ 18 w 30"/>
                <a:gd name="T5" fmla="*/ 1 h 43"/>
                <a:gd name="T6" fmla="*/ 17 w 30"/>
                <a:gd name="T7" fmla="*/ 1 h 43"/>
                <a:gd name="T8" fmla="*/ 8 w 30"/>
                <a:gd name="T9" fmla="*/ 0 h 43"/>
                <a:gd name="T10" fmla="*/ 8 w 30"/>
                <a:gd name="T11" fmla="*/ 0 h 43"/>
                <a:gd name="T12" fmla="*/ 16 w 30"/>
                <a:gd name="T13" fmla="*/ 6 h 43"/>
                <a:gd name="T14" fmla="*/ 7 w 30"/>
                <a:gd name="T15" fmla="*/ 11 h 43"/>
                <a:gd name="T16" fmla="*/ 11 w 30"/>
                <a:gd name="T17" fmla="*/ 18 h 43"/>
                <a:gd name="T18" fmla="*/ 0 w 30"/>
                <a:gd name="T19" fmla="*/ 42 h 43"/>
                <a:gd name="T20" fmla="*/ 0 w 30"/>
                <a:gd name="T21" fmla="*/ 43 h 43"/>
                <a:gd name="T22" fmla="*/ 30 w 30"/>
                <a:gd name="T23" fmla="*/ 30 h 43"/>
                <a:gd name="T24" fmla="*/ 29 w 30"/>
                <a:gd name="T25" fmla="*/ 1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43">
                  <a:moveTo>
                    <a:pt x="29" y="11"/>
                  </a:moveTo>
                  <a:cubicBezTo>
                    <a:pt x="28" y="5"/>
                    <a:pt x="23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0"/>
                    <a:pt x="11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1" y="42"/>
                    <a:pt x="22" y="37"/>
                    <a:pt x="30" y="30"/>
                  </a:cubicBezTo>
                  <a:lnTo>
                    <a:pt x="29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 803"/>
            <p:cNvSpPr/>
            <p:nvPr/>
          </p:nvSpPr>
          <p:spPr bwMode="auto">
            <a:xfrm>
              <a:off x="10631488" y="3602038"/>
              <a:ext cx="44450" cy="168275"/>
            </a:xfrm>
            <a:custGeom>
              <a:avLst/>
              <a:gdLst>
                <a:gd name="T0" fmla="*/ 10 w 12"/>
                <a:gd name="T1" fmla="*/ 10 h 45"/>
                <a:gd name="T2" fmla="*/ 12 w 12"/>
                <a:gd name="T3" fmla="*/ 8 h 45"/>
                <a:gd name="T4" fmla="*/ 9 w 12"/>
                <a:gd name="T5" fmla="*/ 0 h 45"/>
                <a:gd name="T6" fmla="*/ 2 w 12"/>
                <a:gd name="T7" fmla="*/ 0 h 45"/>
                <a:gd name="T8" fmla="*/ 0 w 12"/>
                <a:gd name="T9" fmla="*/ 8 h 45"/>
                <a:gd name="T10" fmla="*/ 2 w 12"/>
                <a:gd name="T11" fmla="*/ 10 h 45"/>
                <a:gd name="T12" fmla="*/ 0 w 12"/>
                <a:gd name="T13" fmla="*/ 44 h 45"/>
                <a:gd name="T14" fmla="*/ 0 w 12"/>
                <a:gd name="T15" fmla="*/ 45 h 45"/>
                <a:gd name="T16" fmla="*/ 6 w 12"/>
                <a:gd name="T17" fmla="*/ 45 h 45"/>
                <a:gd name="T18" fmla="*/ 12 w 12"/>
                <a:gd name="T19" fmla="*/ 45 h 45"/>
                <a:gd name="T20" fmla="*/ 12 w 12"/>
                <a:gd name="T21" fmla="*/ 44 h 45"/>
                <a:gd name="T22" fmla="*/ 10 w 12"/>
                <a:gd name="T23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45">
                  <a:moveTo>
                    <a:pt x="10" y="10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" y="45"/>
                    <a:pt x="4" y="45"/>
                    <a:pt x="6" y="45"/>
                  </a:cubicBezTo>
                  <a:cubicBezTo>
                    <a:pt x="8" y="45"/>
                    <a:pt x="10" y="45"/>
                    <a:pt x="12" y="45"/>
                  </a:cubicBezTo>
                  <a:cubicBezTo>
                    <a:pt x="12" y="44"/>
                    <a:pt x="12" y="44"/>
                    <a:pt x="12" y="44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 804"/>
            <p:cNvSpPr>
              <a:spLocks noEditPoints="1"/>
            </p:cNvSpPr>
            <p:nvPr/>
          </p:nvSpPr>
          <p:spPr bwMode="auto">
            <a:xfrm>
              <a:off x="10690225" y="3081338"/>
              <a:ext cx="492125" cy="427038"/>
            </a:xfrm>
            <a:custGeom>
              <a:avLst/>
              <a:gdLst>
                <a:gd name="T0" fmla="*/ 113 w 131"/>
                <a:gd name="T1" fmla="*/ 0 h 114"/>
                <a:gd name="T2" fmla="*/ 18 w 131"/>
                <a:gd name="T3" fmla="*/ 0 h 114"/>
                <a:gd name="T4" fmla="*/ 0 w 131"/>
                <a:gd name="T5" fmla="*/ 18 h 114"/>
                <a:gd name="T6" fmla="*/ 0 w 131"/>
                <a:gd name="T7" fmla="*/ 68 h 114"/>
                <a:gd name="T8" fmla="*/ 18 w 131"/>
                <a:gd name="T9" fmla="*/ 86 h 114"/>
                <a:gd name="T10" fmla="*/ 33 w 131"/>
                <a:gd name="T11" fmla="*/ 86 h 114"/>
                <a:gd name="T12" fmla="*/ 14 w 131"/>
                <a:gd name="T13" fmla="*/ 114 h 114"/>
                <a:gd name="T14" fmla="*/ 69 w 131"/>
                <a:gd name="T15" fmla="*/ 86 h 114"/>
                <a:gd name="T16" fmla="*/ 113 w 131"/>
                <a:gd name="T17" fmla="*/ 86 h 114"/>
                <a:gd name="T18" fmla="*/ 131 w 131"/>
                <a:gd name="T19" fmla="*/ 68 h 114"/>
                <a:gd name="T20" fmla="*/ 131 w 131"/>
                <a:gd name="T21" fmla="*/ 18 h 114"/>
                <a:gd name="T22" fmla="*/ 113 w 131"/>
                <a:gd name="T23" fmla="*/ 0 h 114"/>
                <a:gd name="T24" fmla="*/ 37 w 131"/>
                <a:gd name="T25" fmla="*/ 52 h 114"/>
                <a:gd name="T26" fmla="*/ 29 w 131"/>
                <a:gd name="T27" fmla="*/ 44 h 114"/>
                <a:gd name="T28" fmla="*/ 37 w 131"/>
                <a:gd name="T29" fmla="*/ 36 h 114"/>
                <a:gd name="T30" fmla="*/ 45 w 131"/>
                <a:gd name="T31" fmla="*/ 44 h 114"/>
                <a:gd name="T32" fmla="*/ 37 w 131"/>
                <a:gd name="T33" fmla="*/ 52 h 114"/>
                <a:gd name="T34" fmla="*/ 65 w 131"/>
                <a:gd name="T35" fmla="*/ 52 h 114"/>
                <a:gd name="T36" fmla="*/ 57 w 131"/>
                <a:gd name="T37" fmla="*/ 44 h 114"/>
                <a:gd name="T38" fmla="*/ 65 w 131"/>
                <a:gd name="T39" fmla="*/ 36 h 114"/>
                <a:gd name="T40" fmla="*/ 73 w 131"/>
                <a:gd name="T41" fmla="*/ 44 h 114"/>
                <a:gd name="T42" fmla="*/ 65 w 131"/>
                <a:gd name="T43" fmla="*/ 52 h 114"/>
                <a:gd name="T44" fmla="*/ 93 w 131"/>
                <a:gd name="T45" fmla="*/ 52 h 114"/>
                <a:gd name="T46" fmla="*/ 85 w 131"/>
                <a:gd name="T47" fmla="*/ 44 h 114"/>
                <a:gd name="T48" fmla="*/ 93 w 131"/>
                <a:gd name="T49" fmla="*/ 36 h 114"/>
                <a:gd name="T50" fmla="*/ 101 w 131"/>
                <a:gd name="T51" fmla="*/ 44 h 114"/>
                <a:gd name="T52" fmla="*/ 93 w 131"/>
                <a:gd name="T53" fmla="*/ 5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1" h="114">
                  <a:moveTo>
                    <a:pt x="11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8"/>
                    <a:pt x="8" y="86"/>
                    <a:pt x="18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14" y="114"/>
                    <a:pt x="14" y="114"/>
                    <a:pt x="14" y="114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113" y="86"/>
                    <a:pt x="113" y="86"/>
                    <a:pt x="113" y="86"/>
                  </a:cubicBezTo>
                  <a:cubicBezTo>
                    <a:pt x="123" y="86"/>
                    <a:pt x="131" y="78"/>
                    <a:pt x="131" y="68"/>
                  </a:cubicBezTo>
                  <a:cubicBezTo>
                    <a:pt x="131" y="18"/>
                    <a:pt x="131" y="18"/>
                    <a:pt x="131" y="18"/>
                  </a:cubicBezTo>
                  <a:cubicBezTo>
                    <a:pt x="131" y="8"/>
                    <a:pt x="123" y="0"/>
                    <a:pt x="113" y="0"/>
                  </a:cubicBezTo>
                  <a:close/>
                  <a:moveTo>
                    <a:pt x="37" y="52"/>
                  </a:moveTo>
                  <a:cubicBezTo>
                    <a:pt x="33" y="52"/>
                    <a:pt x="29" y="48"/>
                    <a:pt x="29" y="44"/>
                  </a:cubicBezTo>
                  <a:cubicBezTo>
                    <a:pt x="29" y="40"/>
                    <a:pt x="33" y="36"/>
                    <a:pt x="37" y="36"/>
                  </a:cubicBezTo>
                  <a:cubicBezTo>
                    <a:pt x="41" y="36"/>
                    <a:pt x="45" y="40"/>
                    <a:pt x="45" y="44"/>
                  </a:cubicBezTo>
                  <a:cubicBezTo>
                    <a:pt x="45" y="48"/>
                    <a:pt x="41" y="52"/>
                    <a:pt x="37" y="52"/>
                  </a:cubicBezTo>
                  <a:close/>
                  <a:moveTo>
                    <a:pt x="65" y="52"/>
                  </a:moveTo>
                  <a:cubicBezTo>
                    <a:pt x="61" y="52"/>
                    <a:pt x="57" y="48"/>
                    <a:pt x="57" y="44"/>
                  </a:cubicBezTo>
                  <a:cubicBezTo>
                    <a:pt x="57" y="40"/>
                    <a:pt x="61" y="36"/>
                    <a:pt x="65" y="36"/>
                  </a:cubicBezTo>
                  <a:cubicBezTo>
                    <a:pt x="69" y="36"/>
                    <a:pt x="73" y="40"/>
                    <a:pt x="73" y="44"/>
                  </a:cubicBezTo>
                  <a:cubicBezTo>
                    <a:pt x="73" y="48"/>
                    <a:pt x="69" y="52"/>
                    <a:pt x="65" y="52"/>
                  </a:cubicBezTo>
                  <a:close/>
                  <a:moveTo>
                    <a:pt x="93" y="52"/>
                  </a:moveTo>
                  <a:cubicBezTo>
                    <a:pt x="89" y="52"/>
                    <a:pt x="85" y="48"/>
                    <a:pt x="85" y="44"/>
                  </a:cubicBezTo>
                  <a:cubicBezTo>
                    <a:pt x="85" y="40"/>
                    <a:pt x="89" y="36"/>
                    <a:pt x="93" y="36"/>
                  </a:cubicBezTo>
                  <a:cubicBezTo>
                    <a:pt x="97" y="36"/>
                    <a:pt x="101" y="40"/>
                    <a:pt x="101" y="44"/>
                  </a:cubicBezTo>
                  <a:cubicBezTo>
                    <a:pt x="101" y="48"/>
                    <a:pt x="97" y="52"/>
                    <a:pt x="93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82" name="Oval 805"/>
            <p:cNvSpPr>
              <a:spLocks noChangeArrowheads="1"/>
            </p:cNvSpPr>
            <p:nvPr/>
          </p:nvSpPr>
          <p:spPr bwMode="auto">
            <a:xfrm>
              <a:off x="10871200" y="3478213"/>
              <a:ext cx="85725" cy="1079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 806"/>
            <p:cNvSpPr/>
            <p:nvPr/>
          </p:nvSpPr>
          <p:spPr bwMode="auto">
            <a:xfrm>
              <a:off x="10825163" y="3594100"/>
              <a:ext cx="176213" cy="90488"/>
            </a:xfrm>
            <a:custGeom>
              <a:avLst/>
              <a:gdLst>
                <a:gd name="T0" fmla="*/ 23 w 47"/>
                <a:gd name="T1" fmla="*/ 24 h 24"/>
                <a:gd name="T2" fmla="*/ 47 w 47"/>
                <a:gd name="T3" fmla="*/ 18 h 24"/>
                <a:gd name="T4" fmla="*/ 46 w 47"/>
                <a:gd name="T5" fmla="*/ 8 h 24"/>
                <a:gd name="T6" fmla="*/ 40 w 47"/>
                <a:gd name="T7" fmla="*/ 1 h 24"/>
                <a:gd name="T8" fmla="*/ 39 w 47"/>
                <a:gd name="T9" fmla="*/ 1 h 24"/>
                <a:gd name="T10" fmla="*/ 38 w 47"/>
                <a:gd name="T11" fmla="*/ 1 h 24"/>
                <a:gd name="T12" fmla="*/ 8 w 47"/>
                <a:gd name="T13" fmla="*/ 1 h 24"/>
                <a:gd name="T14" fmla="*/ 7 w 47"/>
                <a:gd name="T15" fmla="*/ 1 h 24"/>
                <a:gd name="T16" fmla="*/ 7 w 47"/>
                <a:gd name="T17" fmla="*/ 1 h 24"/>
                <a:gd name="T18" fmla="*/ 0 w 47"/>
                <a:gd name="T19" fmla="*/ 8 h 24"/>
                <a:gd name="T20" fmla="*/ 0 w 47"/>
                <a:gd name="T21" fmla="*/ 18 h 24"/>
                <a:gd name="T22" fmla="*/ 23 w 47"/>
                <a:gd name="T2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24">
                  <a:moveTo>
                    <a:pt x="23" y="24"/>
                  </a:moveTo>
                  <a:cubicBezTo>
                    <a:pt x="32" y="24"/>
                    <a:pt x="40" y="21"/>
                    <a:pt x="47" y="1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4"/>
                    <a:pt x="43" y="1"/>
                    <a:pt x="40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8" y="1"/>
                  </a:cubicBezTo>
                  <a:cubicBezTo>
                    <a:pt x="28" y="0"/>
                    <a:pt x="18" y="0"/>
                    <a:pt x="8" y="1"/>
                  </a:cubicBezTo>
                  <a:cubicBezTo>
                    <a:pt x="8" y="1"/>
                    <a:pt x="8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4" y="1"/>
                    <a:pt x="1" y="4"/>
                    <a:pt x="0" y="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" y="21"/>
                    <a:pt x="15" y="24"/>
                    <a:pt x="23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4929356" y="4821006"/>
            <a:ext cx="427743" cy="417027"/>
            <a:chOff x="5753100" y="4821238"/>
            <a:chExt cx="760413" cy="741362"/>
          </a:xfrm>
          <a:solidFill>
            <a:srgbClr val="FEFEFE"/>
          </a:solidFill>
        </p:grpSpPr>
        <p:sp>
          <p:nvSpPr>
            <p:cNvPr id="85" name="Freeform 915"/>
            <p:cNvSpPr/>
            <p:nvPr/>
          </p:nvSpPr>
          <p:spPr bwMode="auto">
            <a:xfrm>
              <a:off x="6064250" y="4821238"/>
              <a:ext cx="104775" cy="123825"/>
            </a:xfrm>
            <a:custGeom>
              <a:avLst/>
              <a:gdLst>
                <a:gd name="T0" fmla="*/ 11 w 28"/>
                <a:gd name="T1" fmla="*/ 32 h 33"/>
                <a:gd name="T2" fmla="*/ 26 w 28"/>
                <a:gd name="T3" fmla="*/ 19 h 33"/>
                <a:gd name="T4" fmla="*/ 17 w 28"/>
                <a:gd name="T5" fmla="*/ 1 h 33"/>
                <a:gd name="T6" fmla="*/ 1 w 28"/>
                <a:gd name="T7" fmla="*/ 14 h 33"/>
                <a:gd name="T8" fmla="*/ 11 w 28"/>
                <a:gd name="T9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3">
                  <a:moveTo>
                    <a:pt x="11" y="32"/>
                  </a:moveTo>
                  <a:cubicBezTo>
                    <a:pt x="18" y="33"/>
                    <a:pt x="24" y="27"/>
                    <a:pt x="26" y="19"/>
                  </a:cubicBezTo>
                  <a:cubicBezTo>
                    <a:pt x="28" y="10"/>
                    <a:pt x="24" y="2"/>
                    <a:pt x="17" y="1"/>
                  </a:cubicBezTo>
                  <a:cubicBezTo>
                    <a:pt x="10" y="0"/>
                    <a:pt x="3" y="6"/>
                    <a:pt x="1" y="14"/>
                  </a:cubicBezTo>
                  <a:cubicBezTo>
                    <a:pt x="0" y="22"/>
                    <a:pt x="4" y="30"/>
                    <a:pt x="11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 916"/>
            <p:cNvSpPr/>
            <p:nvPr/>
          </p:nvSpPr>
          <p:spPr bwMode="auto">
            <a:xfrm>
              <a:off x="5838825" y="4929188"/>
              <a:ext cx="471488" cy="492125"/>
            </a:xfrm>
            <a:custGeom>
              <a:avLst/>
              <a:gdLst>
                <a:gd name="T0" fmla="*/ 27 w 126"/>
                <a:gd name="T1" fmla="*/ 32 h 131"/>
                <a:gd name="T2" fmla="*/ 40 w 126"/>
                <a:gd name="T3" fmla="*/ 22 h 131"/>
                <a:gd name="T4" fmla="*/ 26 w 126"/>
                <a:gd name="T5" fmla="*/ 62 h 131"/>
                <a:gd name="T6" fmla="*/ 26 w 126"/>
                <a:gd name="T7" fmla="*/ 62 h 131"/>
                <a:gd name="T8" fmla="*/ 36 w 126"/>
                <a:gd name="T9" fmla="*/ 66 h 131"/>
                <a:gd name="T10" fmla="*/ 31 w 126"/>
                <a:gd name="T11" fmla="*/ 91 h 131"/>
                <a:gd name="T12" fmla="*/ 17 w 126"/>
                <a:gd name="T13" fmla="*/ 123 h 131"/>
                <a:gd name="T14" fmla="*/ 32 w 126"/>
                <a:gd name="T15" fmla="*/ 131 h 131"/>
                <a:gd name="T16" fmla="*/ 51 w 126"/>
                <a:gd name="T17" fmla="*/ 88 h 131"/>
                <a:gd name="T18" fmla="*/ 54 w 126"/>
                <a:gd name="T19" fmla="*/ 74 h 131"/>
                <a:gd name="T20" fmla="*/ 75 w 126"/>
                <a:gd name="T21" fmla="*/ 75 h 131"/>
                <a:gd name="T22" fmla="*/ 73 w 126"/>
                <a:gd name="T23" fmla="*/ 79 h 131"/>
                <a:gd name="T24" fmla="*/ 70 w 126"/>
                <a:gd name="T25" fmla="*/ 96 h 131"/>
                <a:gd name="T26" fmla="*/ 86 w 126"/>
                <a:gd name="T27" fmla="*/ 100 h 131"/>
                <a:gd name="T28" fmla="*/ 92 w 126"/>
                <a:gd name="T29" fmla="*/ 80 h 131"/>
                <a:gd name="T30" fmla="*/ 95 w 126"/>
                <a:gd name="T31" fmla="*/ 69 h 131"/>
                <a:gd name="T32" fmla="*/ 86 w 126"/>
                <a:gd name="T33" fmla="*/ 57 h 131"/>
                <a:gd name="T34" fmla="*/ 86 w 126"/>
                <a:gd name="T35" fmla="*/ 57 h 131"/>
                <a:gd name="T36" fmla="*/ 85 w 126"/>
                <a:gd name="T37" fmla="*/ 57 h 131"/>
                <a:gd name="T38" fmla="*/ 84 w 126"/>
                <a:gd name="T39" fmla="*/ 57 h 131"/>
                <a:gd name="T40" fmla="*/ 81 w 126"/>
                <a:gd name="T41" fmla="*/ 56 h 131"/>
                <a:gd name="T42" fmla="*/ 76 w 126"/>
                <a:gd name="T43" fmla="*/ 56 h 131"/>
                <a:gd name="T44" fmla="*/ 66 w 126"/>
                <a:gd name="T45" fmla="*/ 55 h 131"/>
                <a:gd name="T46" fmla="*/ 74 w 126"/>
                <a:gd name="T47" fmla="*/ 27 h 131"/>
                <a:gd name="T48" fmla="*/ 78 w 126"/>
                <a:gd name="T49" fmla="*/ 33 h 131"/>
                <a:gd name="T50" fmla="*/ 83 w 126"/>
                <a:gd name="T51" fmla="*/ 39 h 131"/>
                <a:gd name="T52" fmla="*/ 84 w 126"/>
                <a:gd name="T53" fmla="*/ 40 h 131"/>
                <a:gd name="T54" fmla="*/ 91 w 126"/>
                <a:gd name="T55" fmla="*/ 45 h 131"/>
                <a:gd name="T56" fmla="*/ 91 w 126"/>
                <a:gd name="T57" fmla="*/ 45 h 131"/>
                <a:gd name="T58" fmla="*/ 91 w 126"/>
                <a:gd name="T59" fmla="*/ 45 h 131"/>
                <a:gd name="T60" fmla="*/ 92 w 126"/>
                <a:gd name="T61" fmla="*/ 45 h 131"/>
                <a:gd name="T62" fmla="*/ 95 w 126"/>
                <a:gd name="T63" fmla="*/ 45 h 131"/>
                <a:gd name="T64" fmla="*/ 126 w 126"/>
                <a:gd name="T65" fmla="*/ 45 h 131"/>
                <a:gd name="T66" fmla="*/ 126 w 126"/>
                <a:gd name="T67" fmla="*/ 28 h 131"/>
                <a:gd name="T68" fmla="*/ 95 w 126"/>
                <a:gd name="T69" fmla="*/ 29 h 131"/>
                <a:gd name="T70" fmla="*/ 94 w 126"/>
                <a:gd name="T71" fmla="*/ 29 h 131"/>
                <a:gd name="T72" fmla="*/ 91 w 126"/>
                <a:gd name="T73" fmla="*/ 24 h 131"/>
                <a:gd name="T74" fmla="*/ 81 w 126"/>
                <a:gd name="T75" fmla="*/ 12 h 131"/>
                <a:gd name="T76" fmla="*/ 75 w 126"/>
                <a:gd name="T77" fmla="*/ 9 h 131"/>
                <a:gd name="T78" fmla="*/ 74 w 126"/>
                <a:gd name="T79" fmla="*/ 8 h 131"/>
                <a:gd name="T80" fmla="*/ 76 w 126"/>
                <a:gd name="T81" fmla="*/ 14 h 131"/>
                <a:gd name="T82" fmla="*/ 71 w 126"/>
                <a:gd name="T83" fmla="*/ 16 h 131"/>
                <a:gd name="T84" fmla="*/ 71 w 126"/>
                <a:gd name="T85" fmla="*/ 21 h 131"/>
                <a:gd name="T86" fmla="*/ 61 w 126"/>
                <a:gd name="T87" fmla="*/ 37 h 131"/>
                <a:gd name="T88" fmla="*/ 68 w 126"/>
                <a:gd name="T89" fmla="*/ 12 h 131"/>
                <a:gd name="T90" fmla="*/ 69 w 126"/>
                <a:gd name="T91" fmla="*/ 11 h 131"/>
                <a:gd name="T92" fmla="*/ 70 w 126"/>
                <a:gd name="T93" fmla="*/ 6 h 131"/>
                <a:gd name="T94" fmla="*/ 68 w 126"/>
                <a:gd name="T95" fmla="*/ 5 h 131"/>
                <a:gd name="T96" fmla="*/ 65 w 126"/>
                <a:gd name="T97" fmla="*/ 10 h 131"/>
                <a:gd name="T98" fmla="*/ 65 w 126"/>
                <a:gd name="T99" fmla="*/ 11 h 131"/>
                <a:gd name="T100" fmla="*/ 57 w 126"/>
                <a:gd name="T101" fmla="*/ 35 h 131"/>
                <a:gd name="T102" fmla="*/ 58 w 126"/>
                <a:gd name="T103" fmla="*/ 17 h 131"/>
                <a:gd name="T104" fmla="*/ 61 w 126"/>
                <a:gd name="T105" fmla="*/ 12 h 131"/>
                <a:gd name="T106" fmla="*/ 59 w 126"/>
                <a:gd name="T107" fmla="*/ 8 h 131"/>
                <a:gd name="T108" fmla="*/ 63 w 126"/>
                <a:gd name="T109" fmla="*/ 4 h 131"/>
                <a:gd name="T110" fmla="*/ 53 w 126"/>
                <a:gd name="T111" fmla="*/ 1 h 131"/>
                <a:gd name="T112" fmla="*/ 44 w 126"/>
                <a:gd name="T113" fmla="*/ 1 h 131"/>
                <a:gd name="T114" fmla="*/ 18 w 126"/>
                <a:gd name="T115" fmla="*/ 19 h 131"/>
                <a:gd name="T116" fmla="*/ 0 w 126"/>
                <a:gd name="T117" fmla="*/ 49 h 131"/>
                <a:gd name="T118" fmla="*/ 15 w 126"/>
                <a:gd name="T119" fmla="*/ 57 h 131"/>
                <a:gd name="T120" fmla="*/ 27 w 126"/>
                <a:gd name="T121" fmla="*/ 3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6" h="131">
                  <a:moveTo>
                    <a:pt x="27" y="32"/>
                  </a:moveTo>
                  <a:cubicBezTo>
                    <a:pt x="40" y="22"/>
                    <a:pt x="40" y="22"/>
                    <a:pt x="40" y="22"/>
                  </a:cubicBezTo>
                  <a:cubicBezTo>
                    <a:pt x="35" y="36"/>
                    <a:pt x="30" y="49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9" y="64"/>
                    <a:pt x="33" y="65"/>
                    <a:pt x="36" y="66"/>
                  </a:cubicBezTo>
                  <a:cubicBezTo>
                    <a:pt x="35" y="75"/>
                    <a:pt x="33" y="85"/>
                    <a:pt x="31" y="91"/>
                  </a:cubicBezTo>
                  <a:cubicBezTo>
                    <a:pt x="17" y="123"/>
                    <a:pt x="17" y="123"/>
                    <a:pt x="17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7" y="119"/>
                    <a:pt x="46" y="107"/>
                    <a:pt x="51" y="88"/>
                  </a:cubicBezTo>
                  <a:cubicBezTo>
                    <a:pt x="52" y="83"/>
                    <a:pt x="53" y="78"/>
                    <a:pt x="54" y="74"/>
                  </a:cubicBezTo>
                  <a:cubicBezTo>
                    <a:pt x="75" y="75"/>
                    <a:pt x="75" y="75"/>
                    <a:pt x="75" y="75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8" y="95"/>
                    <a:pt x="90" y="88"/>
                    <a:pt x="92" y="80"/>
                  </a:cubicBezTo>
                  <a:cubicBezTo>
                    <a:pt x="95" y="69"/>
                    <a:pt x="95" y="69"/>
                    <a:pt x="95" y="69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72" y="56"/>
                    <a:pt x="69" y="56"/>
                    <a:pt x="66" y="55"/>
                  </a:cubicBezTo>
                  <a:cubicBezTo>
                    <a:pt x="69" y="46"/>
                    <a:pt x="72" y="36"/>
                    <a:pt x="74" y="27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39"/>
                    <a:pt x="126" y="34"/>
                    <a:pt x="126" y="28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0" y="10"/>
                    <a:pt x="78" y="9"/>
                    <a:pt x="75" y="9"/>
                  </a:cubicBezTo>
                  <a:cubicBezTo>
                    <a:pt x="75" y="8"/>
                    <a:pt x="75" y="8"/>
                    <a:pt x="74" y="8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61" y="37"/>
                    <a:pt x="61" y="37"/>
                    <a:pt x="61" y="37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0" y="3"/>
                    <a:pt x="56" y="2"/>
                    <a:pt x="53" y="1"/>
                  </a:cubicBezTo>
                  <a:cubicBezTo>
                    <a:pt x="48" y="0"/>
                    <a:pt x="47" y="0"/>
                    <a:pt x="44" y="1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7" y="34"/>
                    <a:pt x="6" y="39"/>
                    <a:pt x="0" y="49"/>
                  </a:cubicBezTo>
                  <a:cubicBezTo>
                    <a:pt x="5" y="52"/>
                    <a:pt x="10" y="55"/>
                    <a:pt x="15" y="57"/>
                  </a:cubicBezTo>
                  <a:cubicBezTo>
                    <a:pt x="19" y="49"/>
                    <a:pt x="27" y="35"/>
                    <a:pt x="2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 917"/>
            <p:cNvSpPr>
              <a:spLocks noEditPoints="1"/>
            </p:cNvSpPr>
            <p:nvPr/>
          </p:nvSpPr>
          <p:spPr bwMode="auto">
            <a:xfrm>
              <a:off x="5753100" y="5135563"/>
              <a:ext cx="168275" cy="153988"/>
            </a:xfrm>
            <a:custGeom>
              <a:avLst/>
              <a:gdLst>
                <a:gd name="T0" fmla="*/ 5 w 45"/>
                <a:gd name="T1" fmla="*/ 33 h 41"/>
                <a:gd name="T2" fmla="*/ 7 w 45"/>
                <a:gd name="T3" fmla="*/ 32 h 41"/>
                <a:gd name="T4" fmla="*/ 7 w 45"/>
                <a:gd name="T5" fmla="*/ 32 h 41"/>
                <a:gd name="T6" fmla="*/ 29 w 45"/>
                <a:gd name="T7" fmla="*/ 39 h 41"/>
                <a:gd name="T8" fmla="*/ 29 w 45"/>
                <a:gd name="T9" fmla="*/ 39 h 41"/>
                <a:gd name="T10" fmla="*/ 30 w 45"/>
                <a:gd name="T11" fmla="*/ 41 h 41"/>
                <a:gd name="T12" fmla="*/ 32 w 45"/>
                <a:gd name="T13" fmla="*/ 41 h 41"/>
                <a:gd name="T14" fmla="*/ 33 w 45"/>
                <a:gd name="T15" fmla="*/ 40 h 41"/>
                <a:gd name="T16" fmla="*/ 33 w 45"/>
                <a:gd name="T17" fmla="*/ 40 h 41"/>
                <a:gd name="T18" fmla="*/ 38 w 45"/>
                <a:gd name="T19" fmla="*/ 37 h 41"/>
                <a:gd name="T20" fmla="*/ 44 w 45"/>
                <a:gd name="T21" fmla="*/ 18 h 41"/>
                <a:gd name="T22" fmla="*/ 41 w 45"/>
                <a:gd name="T23" fmla="*/ 13 h 41"/>
                <a:gd name="T24" fmla="*/ 36 w 45"/>
                <a:gd name="T25" fmla="*/ 11 h 41"/>
                <a:gd name="T26" fmla="*/ 36 w 45"/>
                <a:gd name="T27" fmla="*/ 11 h 41"/>
                <a:gd name="T28" fmla="*/ 32 w 45"/>
                <a:gd name="T29" fmla="*/ 4 h 41"/>
                <a:gd name="T30" fmla="*/ 25 w 45"/>
                <a:gd name="T31" fmla="*/ 1 h 41"/>
                <a:gd name="T32" fmla="*/ 17 w 45"/>
                <a:gd name="T33" fmla="*/ 5 h 41"/>
                <a:gd name="T34" fmla="*/ 17 w 45"/>
                <a:gd name="T35" fmla="*/ 6 h 41"/>
                <a:gd name="T36" fmla="*/ 12 w 45"/>
                <a:gd name="T37" fmla="*/ 4 h 41"/>
                <a:gd name="T38" fmla="*/ 7 w 45"/>
                <a:gd name="T39" fmla="*/ 7 h 41"/>
                <a:gd name="T40" fmla="*/ 1 w 45"/>
                <a:gd name="T41" fmla="*/ 25 h 41"/>
                <a:gd name="T42" fmla="*/ 3 w 45"/>
                <a:gd name="T43" fmla="*/ 30 h 41"/>
                <a:gd name="T44" fmla="*/ 3 w 45"/>
                <a:gd name="T45" fmla="*/ 31 h 41"/>
                <a:gd name="T46" fmla="*/ 3 w 45"/>
                <a:gd name="T47" fmla="*/ 32 h 41"/>
                <a:gd name="T48" fmla="*/ 5 w 45"/>
                <a:gd name="T49" fmla="*/ 33 h 41"/>
                <a:gd name="T50" fmla="*/ 20 w 45"/>
                <a:gd name="T51" fmla="*/ 6 h 41"/>
                <a:gd name="T52" fmla="*/ 24 w 45"/>
                <a:gd name="T53" fmla="*/ 4 h 41"/>
                <a:gd name="T54" fmla="*/ 31 w 45"/>
                <a:gd name="T55" fmla="*/ 7 h 41"/>
                <a:gd name="T56" fmla="*/ 33 w 45"/>
                <a:gd name="T57" fmla="*/ 10 h 41"/>
                <a:gd name="T58" fmla="*/ 33 w 45"/>
                <a:gd name="T59" fmla="*/ 10 h 41"/>
                <a:gd name="T60" fmla="*/ 20 w 45"/>
                <a:gd name="T61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" h="41">
                  <a:moveTo>
                    <a:pt x="5" y="33"/>
                  </a:moveTo>
                  <a:cubicBezTo>
                    <a:pt x="6" y="33"/>
                    <a:pt x="7" y="33"/>
                    <a:pt x="7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41"/>
                    <a:pt x="33" y="41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7" y="39"/>
                    <a:pt x="38" y="37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5" y="16"/>
                    <a:pt x="43" y="14"/>
                    <a:pt x="41" y="13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8"/>
                    <a:pt x="35" y="4"/>
                    <a:pt x="32" y="4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2" y="0"/>
                    <a:pt x="18" y="2"/>
                    <a:pt x="17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3"/>
                    <a:pt x="7" y="4"/>
                    <a:pt x="7" y="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0" y="27"/>
                    <a:pt x="1" y="30"/>
                    <a:pt x="3" y="30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3" y="32"/>
                    <a:pt x="3" y="32"/>
                  </a:cubicBezTo>
                  <a:lnTo>
                    <a:pt x="5" y="33"/>
                  </a:lnTo>
                  <a:close/>
                  <a:moveTo>
                    <a:pt x="20" y="6"/>
                  </a:moveTo>
                  <a:cubicBezTo>
                    <a:pt x="21" y="4"/>
                    <a:pt x="22" y="4"/>
                    <a:pt x="24" y="4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3" y="7"/>
                    <a:pt x="33" y="8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20" y="6"/>
                    <a:pt x="20" y="6"/>
                    <a:pt x="2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 918"/>
            <p:cNvSpPr/>
            <p:nvPr/>
          </p:nvSpPr>
          <p:spPr bwMode="auto">
            <a:xfrm>
              <a:off x="5764213" y="5105400"/>
              <a:ext cx="749300" cy="457200"/>
            </a:xfrm>
            <a:custGeom>
              <a:avLst/>
              <a:gdLst>
                <a:gd name="T0" fmla="*/ 472 w 472"/>
                <a:gd name="T1" fmla="*/ 0 h 288"/>
                <a:gd name="T2" fmla="*/ 389 w 472"/>
                <a:gd name="T3" fmla="*/ 33 h 288"/>
                <a:gd name="T4" fmla="*/ 406 w 472"/>
                <a:gd name="T5" fmla="*/ 45 h 288"/>
                <a:gd name="T6" fmla="*/ 302 w 472"/>
                <a:gd name="T7" fmla="*/ 156 h 288"/>
                <a:gd name="T8" fmla="*/ 210 w 472"/>
                <a:gd name="T9" fmla="*/ 147 h 288"/>
                <a:gd name="T10" fmla="*/ 137 w 472"/>
                <a:gd name="T11" fmla="*/ 222 h 288"/>
                <a:gd name="T12" fmla="*/ 61 w 472"/>
                <a:gd name="T13" fmla="*/ 184 h 288"/>
                <a:gd name="T14" fmla="*/ 0 w 472"/>
                <a:gd name="T15" fmla="*/ 262 h 288"/>
                <a:gd name="T16" fmla="*/ 33 w 472"/>
                <a:gd name="T17" fmla="*/ 288 h 288"/>
                <a:gd name="T18" fmla="*/ 73 w 472"/>
                <a:gd name="T19" fmla="*/ 239 h 288"/>
                <a:gd name="T20" fmla="*/ 146 w 472"/>
                <a:gd name="T21" fmla="*/ 274 h 288"/>
                <a:gd name="T22" fmla="*/ 226 w 472"/>
                <a:gd name="T23" fmla="*/ 191 h 288"/>
                <a:gd name="T24" fmla="*/ 318 w 472"/>
                <a:gd name="T25" fmla="*/ 201 h 288"/>
                <a:gd name="T26" fmla="*/ 441 w 472"/>
                <a:gd name="T27" fmla="*/ 71 h 288"/>
                <a:gd name="T28" fmla="*/ 465 w 472"/>
                <a:gd name="T29" fmla="*/ 88 h 288"/>
                <a:gd name="T30" fmla="*/ 472 w 472"/>
                <a:gd name="T3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288">
                  <a:moveTo>
                    <a:pt x="472" y="0"/>
                  </a:moveTo>
                  <a:lnTo>
                    <a:pt x="389" y="33"/>
                  </a:lnTo>
                  <a:lnTo>
                    <a:pt x="406" y="45"/>
                  </a:lnTo>
                  <a:lnTo>
                    <a:pt x="302" y="156"/>
                  </a:lnTo>
                  <a:lnTo>
                    <a:pt x="210" y="147"/>
                  </a:lnTo>
                  <a:lnTo>
                    <a:pt x="137" y="222"/>
                  </a:lnTo>
                  <a:lnTo>
                    <a:pt x="61" y="184"/>
                  </a:lnTo>
                  <a:lnTo>
                    <a:pt x="0" y="262"/>
                  </a:lnTo>
                  <a:lnTo>
                    <a:pt x="33" y="288"/>
                  </a:lnTo>
                  <a:lnTo>
                    <a:pt x="73" y="239"/>
                  </a:lnTo>
                  <a:lnTo>
                    <a:pt x="146" y="274"/>
                  </a:lnTo>
                  <a:lnTo>
                    <a:pt x="226" y="191"/>
                  </a:lnTo>
                  <a:lnTo>
                    <a:pt x="318" y="201"/>
                  </a:lnTo>
                  <a:lnTo>
                    <a:pt x="441" y="71"/>
                  </a:lnTo>
                  <a:lnTo>
                    <a:pt x="465" y="88"/>
                  </a:lnTo>
                  <a:lnTo>
                    <a:pt x="47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 algn="r">
                <a:defRPr/>
              </a:pP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sp>
        <p:nvSpPr>
          <p:cNvPr id="89" name="Freeform 954"/>
          <p:cNvSpPr>
            <a:spLocks noEditPoints="1"/>
          </p:cNvSpPr>
          <p:nvPr/>
        </p:nvSpPr>
        <p:spPr bwMode="auto">
          <a:xfrm>
            <a:off x="6454784" y="1773992"/>
            <a:ext cx="389045" cy="436289"/>
          </a:xfrm>
          <a:custGeom>
            <a:avLst/>
            <a:gdLst>
              <a:gd name="T0" fmla="*/ 141 w 697"/>
              <a:gd name="T1" fmla="*/ 217 h 782"/>
              <a:gd name="T2" fmla="*/ 141 w 697"/>
              <a:gd name="T3" fmla="*/ 314 h 782"/>
              <a:gd name="T4" fmla="*/ 121 w 697"/>
              <a:gd name="T5" fmla="*/ 288 h 782"/>
              <a:gd name="T6" fmla="*/ 138 w 697"/>
              <a:gd name="T7" fmla="*/ 282 h 782"/>
              <a:gd name="T8" fmla="*/ 137 w 697"/>
              <a:gd name="T9" fmla="*/ 269 h 782"/>
              <a:gd name="T10" fmla="*/ 136 w 697"/>
              <a:gd name="T11" fmla="*/ 238 h 782"/>
              <a:gd name="T12" fmla="*/ 145 w 697"/>
              <a:gd name="T13" fmla="*/ 230 h 782"/>
              <a:gd name="T14" fmla="*/ 157 w 697"/>
              <a:gd name="T15" fmla="*/ 241 h 782"/>
              <a:gd name="T16" fmla="*/ 142 w 697"/>
              <a:gd name="T17" fmla="*/ 247 h 782"/>
              <a:gd name="T18" fmla="*/ 145 w 697"/>
              <a:gd name="T19" fmla="*/ 259 h 782"/>
              <a:gd name="T20" fmla="*/ 144 w 697"/>
              <a:gd name="T21" fmla="*/ 291 h 782"/>
              <a:gd name="T22" fmla="*/ 136 w 697"/>
              <a:gd name="T23" fmla="*/ 300 h 782"/>
              <a:gd name="T24" fmla="*/ 121 w 697"/>
              <a:gd name="T25" fmla="*/ 288 h 782"/>
              <a:gd name="T26" fmla="*/ 248 w 697"/>
              <a:gd name="T27" fmla="*/ 233 h 782"/>
              <a:gd name="T28" fmla="*/ 456 w 697"/>
              <a:gd name="T29" fmla="*/ 233 h 782"/>
              <a:gd name="T30" fmla="*/ 359 w 697"/>
              <a:gd name="T31" fmla="*/ 289 h 782"/>
              <a:gd name="T32" fmla="*/ 340 w 697"/>
              <a:gd name="T33" fmla="*/ 308 h 782"/>
              <a:gd name="T34" fmla="*/ 309 w 697"/>
              <a:gd name="T35" fmla="*/ 283 h 782"/>
              <a:gd name="T36" fmla="*/ 345 w 697"/>
              <a:gd name="T37" fmla="*/ 269 h 782"/>
              <a:gd name="T38" fmla="*/ 343 w 697"/>
              <a:gd name="T39" fmla="*/ 242 h 782"/>
              <a:gd name="T40" fmla="*/ 341 w 697"/>
              <a:gd name="T41" fmla="*/ 175 h 782"/>
              <a:gd name="T42" fmla="*/ 359 w 697"/>
              <a:gd name="T43" fmla="*/ 158 h 782"/>
              <a:gd name="T44" fmla="*/ 386 w 697"/>
              <a:gd name="T45" fmla="*/ 180 h 782"/>
              <a:gd name="T46" fmla="*/ 354 w 697"/>
              <a:gd name="T47" fmla="*/ 194 h 782"/>
              <a:gd name="T48" fmla="*/ 361 w 697"/>
              <a:gd name="T49" fmla="*/ 221 h 782"/>
              <a:gd name="T50" fmla="*/ 359 w 697"/>
              <a:gd name="T51" fmla="*/ 289 h 782"/>
              <a:gd name="T52" fmla="*/ 122 w 697"/>
              <a:gd name="T53" fmla="*/ 426 h 782"/>
              <a:gd name="T54" fmla="*/ 255 w 697"/>
              <a:gd name="T55" fmla="*/ 426 h 782"/>
              <a:gd name="T56" fmla="*/ 193 w 697"/>
              <a:gd name="T57" fmla="*/ 462 h 782"/>
              <a:gd name="T58" fmla="*/ 181 w 697"/>
              <a:gd name="T59" fmla="*/ 474 h 782"/>
              <a:gd name="T60" fmla="*/ 161 w 697"/>
              <a:gd name="T61" fmla="*/ 458 h 782"/>
              <a:gd name="T62" fmla="*/ 184 w 697"/>
              <a:gd name="T63" fmla="*/ 449 h 782"/>
              <a:gd name="T64" fmla="*/ 183 w 697"/>
              <a:gd name="T65" fmla="*/ 431 h 782"/>
              <a:gd name="T66" fmla="*/ 182 w 697"/>
              <a:gd name="T67" fmla="*/ 389 h 782"/>
              <a:gd name="T68" fmla="*/ 194 w 697"/>
              <a:gd name="T69" fmla="*/ 378 h 782"/>
              <a:gd name="T70" fmla="*/ 211 w 697"/>
              <a:gd name="T71" fmla="*/ 392 h 782"/>
              <a:gd name="T72" fmla="*/ 190 w 697"/>
              <a:gd name="T73" fmla="*/ 401 h 782"/>
              <a:gd name="T74" fmla="*/ 194 w 697"/>
              <a:gd name="T75" fmla="*/ 418 h 782"/>
              <a:gd name="T76" fmla="*/ 193 w 697"/>
              <a:gd name="T77" fmla="*/ 462 h 782"/>
              <a:gd name="T78" fmla="*/ 601 w 697"/>
              <a:gd name="T79" fmla="*/ 366 h 782"/>
              <a:gd name="T80" fmla="*/ 585 w 697"/>
              <a:gd name="T81" fmla="*/ 182 h 782"/>
              <a:gd name="T82" fmla="*/ 298 w 697"/>
              <a:gd name="T83" fmla="*/ 0 h 782"/>
              <a:gd name="T84" fmla="*/ 2 w 697"/>
              <a:gd name="T85" fmla="*/ 302 h 782"/>
              <a:gd name="T86" fmla="*/ 0 w 697"/>
              <a:gd name="T87" fmla="*/ 781 h 782"/>
              <a:gd name="T88" fmla="*/ 433 w 697"/>
              <a:gd name="T89" fmla="*/ 674 h 782"/>
              <a:gd name="T90" fmla="*/ 563 w 697"/>
              <a:gd name="T91" fmla="*/ 673 h 782"/>
              <a:gd name="T92" fmla="*/ 564 w 697"/>
              <a:gd name="T93" fmla="*/ 673 h 782"/>
              <a:gd name="T94" fmla="*/ 595 w 697"/>
              <a:gd name="T95" fmla="*/ 577 h 782"/>
              <a:gd name="T96" fmla="*/ 561 w 697"/>
              <a:gd name="T97" fmla="*/ 554 h 782"/>
              <a:gd name="T98" fmla="*/ 598 w 697"/>
              <a:gd name="T99" fmla="*/ 536 h 782"/>
              <a:gd name="T100" fmla="*/ 595 w 697"/>
              <a:gd name="T101" fmla="*/ 527 h 782"/>
              <a:gd name="T102" fmla="*/ 652 w 697"/>
              <a:gd name="T103" fmla="*/ 426 h 782"/>
              <a:gd name="T104" fmla="*/ 141 w 697"/>
              <a:gd name="T105" fmla="*/ 201 h 782"/>
              <a:gd name="T106" fmla="*/ 141 w 697"/>
              <a:gd name="T107" fmla="*/ 329 h 782"/>
              <a:gd name="T108" fmla="*/ 189 w 697"/>
              <a:gd name="T109" fmla="*/ 514 h 782"/>
              <a:gd name="T110" fmla="*/ 189 w 697"/>
              <a:gd name="T111" fmla="*/ 337 h 782"/>
              <a:gd name="T112" fmla="*/ 189 w 697"/>
              <a:gd name="T113" fmla="*/ 514 h 782"/>
              <a:gd name="T114" fmla="*/ 215 w 697"/>
              <a:gd name="T115" fmla="*/ 233 h 782"/>
              <a:gd name="T116" fmla="*/ 489 w 697"/>
              <a:gd name="T117" fmla="*/ 233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697" h="782">
                <a:moveTo>
                  <a:pt x="189" y="265"/>
                </a:moveTo>
                <a:cubicBezTo>
                  <a:pt x="189" y="238"/>
                  <a:pt x="168" y="217"/>
                  <a:pt x="141" y="217"/>
                </a:cubicBezTo>
                <a:cubicBezTo>
                  <a:pt x="115" y="217"/>
                  <a:pt x="93" y="238"/>
                  <a:pt x="93" y="265"/>
                </a:cubicBezTo>
                <a:cubicBezTo>
                  <a:pt x="93" y="292"/>
                  <a:pt x="115" y="314"/>
                  <a:pt x="141" y="314"/>
                </a:cubicBezTo>
                <a:cubicBezTo>
                  <a:pt x="168" y="314"/>
                  <a:pt x="189" y="292"/>
                  <a:pt x="189" y="265"/>
                </a:cubicBezTo>
                <a:moveTo>
                  <a:pt x="121" y="288"/>
                </a:moveTo>
                <a:cubicBezTo>
                  <a:pt x="124" y="278"/>
                  <a:pt x="124" y="278"/>
                  <a:pt x="124" y="278"/>
                </a:cubicBezTo>
                <a:cubicBezTo>
                  <a:pt x="127" y="280"/>
                  <a:pt x="132" y="282"/>
                  <a:pt x="138" y="282"/>
                </a:cubicBezTo>
                <a:cubicBezTo>
                  <a:pt x="143" y="282"/>
                  <a:pt x="146" y="280"/>
                  <a:pt x="146" y="277"/>
                </a:cubicBezTo>
                <a:cubicBezTo>
                  <a:pt x="146" y="273"/>
                  <a:pt x="144" y="271"/>
                  <a:pt x="137" y="269"/>
                </a:cubicBezTo>
                <a:cubicBezTo>
                  <a:pt x="128" y="266"/>
                  <a:pt x="122" y="262"/>
                  <a:pt x="122" y="254"/>
                </a:cubicBezTo>
                <a:cubicBezTo>
                  <a:pt x="122" y="246"/>
                  <a:pt x="127" y="240"/>
                  <a:pt x="136" y="238"/>
                </a:cubicBezTo>
                <a:cubicBezTo>
                  <a:pt x="136" y="230"/>
                  <a:pt x="136" y="230"/>
                  <a:pt x="136" y="230"/>
                </a:cubicBezTo>
                <a:cubicBezTo>
                  <a:pt x="145" y="230"/>
                  <a:pt x="145" y="230"/>
                  <a:pt x="145" y="230"/>
                </a:cubicBezTo>
                <a:cubicBezTo>
                  <a:pt x="145" y="238"/>
                  <a:pt x="145" y="238"/>
                  <a:pt x="145" y="238"/>
                </a:cubicBezTo>
                <a:cubicBezTo>
                  <a:pt x="150" y="238"/>
                  <a:pt x="154" y="239"/>
                  <a:pt x="157" y="241"/>
                </a:cubicBezTo>
                <a:cubicBezTo>
                  <a:pt x="155" y="250"/>
                  <a:pt x="155" y="250"/>
                  <a:pt x="155" y="250"/>
                </a:cubicBezTo>
                <a:cubicBezTo>
                  <a:pt x="152" y="249"/>
                  <a:pt x="148" y="247"/>
                  <a:pt x="142" y="247"/>
                </a:cubicBezTo>
                <a:cubicBezTo>
                  <a:pt x="137" y="247"/>
                  <a:pt x="135" y="250"/>
                  <a:pt x="135" y="252"/>
                </a:cubicBezTo>
                <a:cubicBezTo>
                  <a:pt x="135" y="255"/>
                  <a:pt x="138" y="257"/>
                  <a:pt x="145" y="259"/>
                </a:cubicBezTo>
                <a:cubicBezTo>
                  <a:pt x="155" y="263"/>
                  <a:pt x="159" y="268"/>
                  <a:pt x="159" y="275"/>
                </a:cubicBezTo>
                <a:cubicBezTo>
                  <a:pt x="159" y="283"/>
                  <a:pt x="154" y="290"/>
                  <a:pt x="144" y="291"/>
                </a:cubicBezTo>
                <a:cubicBezTo>
                  <a:pt x="144" y="300"/>
                  <a:pt x="144" y="300"/>
                  <a:pt x="144" y="300"/>
                </a:cubicBezTo>
                <a:cubicBezTo>
                  <a:pt x="136" y="300"/>
                  <a:pt x="136" y="300"/>
                  <a:pt x="136" y="300"/>
                </a:cubicBezTo>
                <a:cubicBezTo>
                  <a:pt x="136" y="292"/>
                  <a:pt x="136" y="292"/>
                  <a:pt x="136" y="292"/>
                </a:cubicBezTo>
                <a:cubicBezTo>
                  <a:pt x="130" y="292"/>
                  <a:pt x="125" y="290"/>
                  <a:pt x="121" y="288"/>
                </a:cubicBezTo>
                <a:moveTo>
                  <a:pt x="352" y="128"/>
                </a:moveTo>
                <a:cubicBezTo>
                  <a:pt x="295" y="128"/>
                  <a:pt x="248" y="175"/>
                  <a:pt x="248" y="233"/>
                </a:cubicBezTo>
                <a:cubicBezTo>
                  <a:pt x="248" y="291"/>
                  <a:pt x="295" y="338"/>
                  <a:pt x="352" y="338"/>
                </a:cubicBezTo>
                <a:cubicBezTo>
                  <a:pt x="410" y="338"/>
                  <a:pt x="456" y="291"/>
                  <a:pt x="456" y="233"/>
                </a:cubicBezTo>
                <a:cubicBezTo>
                  <a:pt x="456" y="175"/>
                  <a:pt x="410" y="128"/>
                  <a:pt x="352" y="128"/>
                </a:cubicBezTo>
                <a:moveTo>
                  <a:pt x="359" y="289"/>
                </a:moveTo>
                <a:cubicBezTo>
                  <a:pt x="359" y="308"/>
                  <a:pt x="359" y="308"/>
                  <a:pt x="359" y="308"/>
                </a:cubicBezTo>
                <a:cubicBezTo>
                  <a:pt x="340" y="308"/>
                  <a:pt x="340" y="308"/>
                  <a:pt x="340" y="308"/>
                </a:cubicBezTo>
                <a:cubicBezTo>
                  <a:pt x="340" y="291"/>
                  <a:pt x="340" y="291"/>
                  <a:pt x="340" y="291"/>
                </a:cubicBezTo>
                <a:cubicBezTo>
                  <a:pt x="328" y="290"/>
                  <a:pt x="316" y="287"/>
                  <a:pt x="309" y="283"/>
                </a:cubicBezTo>
                <a:cubicBezTo>
                  <a:pt x="314" y="261"/>
                  <a:pt x="314" y="261"/>
                  <a:pt x="314" y="261"/>
                </a:cubicBezTo>
                <a:cubicBezTo>
                  <a:pt x="322" y="266"/>
                  <a:pt x="333" y="269"/>
                  <a:pt x="345" y="269"/>
                </a:cubicBezTo>
                <a:cubicBezTo>
                  <a:pt x="356" y="269"/>
                  <a:pt x="363" y="265"/>
                  <a:pt x="363" y="258"/>
                </a:cubicBezTo>
                <a:cubicBezTo>
                  <a:pt x="363" y="251"/>
                  <a:pt x="357" y="246"/>
                  <a:pt x="343" y="242"/>
                </a:cubicBezTo>
                <a:cubicBezTo>
                  <a:pt x="324" y="235"/>
                  <a:pt x="310" y="226"/>
                  <a:pt x="310" y="208"/>
                </a:cubicBezTo>
                <a:cubicBezTo>
                  <a:pt x="310" y="192"/>
                  <a:pt x="322" y="179"/>
                  <a:pt x="341" y="175"/>
                </a:cubicBezTo>
                <a:cubicBezTo>
                  <a:pt x="341" y="158"/>
                  <a:pt x="341" y="158"/>
                  <a:pt x="341" y="158"/>
                </a:cubicBezTo>
                <a:cubicBezTo>
                  <a:pt x="359" y="158"/>
                  <a:pt x="359" y="158"/>
                  <a:pt x="359" y="158"/>
                </a:cubicBezTo>
                <a:cubicBezTo>
                  <a:pt x="359" y="174"/>
                  <a:pt x="359" y="174"/>
                  <a:pt x="359" y="174"/>
                </a:cubicBezTo>
                <a:cubicBezTo>
                  <a:pt x="372" y="174"/>
                  <a:pt x="380" y="177"/>
                  <a:pt x="386" y="180"/>
                </a:cubicBezTo>
                <a:cubicBezTo>
                  <a:pt x="381" y="201"/>
                  <a:pt x="381" y="201"/>
                  <a:pt x="381" y="201"/>
                </a:cubicBezTo>
                <a:cubicBezTo>
                  <a:pt x="376" y="199"/>
                  <a:pt x="368" y="194"/>
                  <a:pt x="354" y="194"/>
                </a:cubicBezTo>
                <a:cubicBezTo>
                  <a:pt x="342" y="194"/>
                  <a:pt x="338" y="200"/>
                  <a:pt x="338" y="205"/>
                </a:cubicBezTo>
                <a:cubicBezTo>
                  <a:pt x="338" y="211"/>
                  <a:pt x="345" y="215"/>
                  <a:pt x="361" y="221"/>
                </a:cubicBezTo>
                <a:cubicBezTo>
                  <a:pt x="383" y="228"/>
                  <a:pt x="391" y="239"/>
                  <a:pt x="391" y="255"/>
                </a:cubicBezTo>
                <a:cubicBezTo>
                  <a:pt x="391" y="272"/>
                  <a:pt x="380" y="286"/>
                  <a:pt x="359" y="289"/>
                </a:cubicBezTo>
                <a:moveTo>
                  <a:pt x="189" y="358"/>
                </a:moveTo>
                <a:cubicBezTo>
                  <a:pt x="152" y="358"/>
                  <a:pt x="122" y="389"/>
                  <a:pt x="122" y="426"/>
                </a:cubicBezTo>
                <a:cubicBezTo>
                  <a:pt x="122" y="463"/>
                  <a:pt x="152" y="493"/>
                  <a:pt x="189" y="493"/>
                </a:cubicBezTo>
                <a:cubicBezTo>
                  <a:pt x="226" y="493"/>
                  <a:pt x="255" y="463"/>
                  <a:pt x="255" y="426"/>
                </a:cubicBezTo>
                <a:cubicBezTo>
                  <a:pt x="255" y="389"/>
                  <a:pt x="226" y="358"/>
                  <a:pt x="189" y="358"/>
                </a:cubicBezTo>
                <a:moveTo>
                  <a:pt x="193" y="462"/>
                </a:moveTo>
                <a:cubicBezTo>
                  <a:pt x="193" y="474"/>
                  <a:pt x="193" y="474"/>
                  <a:pt x="193" y="474"/>
                </a:cubicBezTo>
                <a:cubicBezTo>
                  <a:pt x="181" y="474"/>
                  <a:pt x="181" y="474"/>
                  <a:pt x="181" y="474"/>
                </a:cubicBezTo>
                <a:cubicBezTo>
                  <a:pt x="181" y="463"/>
                  <a:pt x="181" y="463"/>
                  <a:pt x="181" y="463"/>
                </a:cubicBezTo>
                <a:cubicBezTo>
                  <a:pt x="173" y="462"/>
                  <a:pt x="166" y="460"/>
                  <a:pt x="161" y="458"/>
                </a:cubicBezTo>
                <a:cubicBezTo>
                  <a:pt x="165" y="444"/>
                  <a:pt x="165" y="444"/>
                  <a:pt x="165" y="444"/>
                </a:cubicBezTo>
                <a:cubicBezTo>
                  <a:pt x="170" y="446"/>
                  <a:pt x="177" y="449"/>
                  <a:pt x="184" y="449"/>
                </a:cubicBezTo>
                <a:cubicBezTo>
                  <a:pt x="191" y="449"/>
                  <a:pt x="196" y="446"/>
                  <a:pt x="196" y="442"/>
                </a:cubicBezTo>
                <a:cubicBezTo>
                  <a:pt x="196" y="437"/>
                  <a:pt x="192" y="434"/>
                  <a:pt x="183" y="431"/>
                </a:cubicBezTo>
                <a:cubicBezTo>
                  <a:pt x="171" y="427"/>
                  <a:pt x="162" y="421"/>
                  <a:pt x="162" y="410"/>
                </a:cubicBezTo>
                <a:cubicBezTo>
                  <a:pt x="162" y="399"/>
                  <a:pt x="169" y="391"/>
                  <a:pt x="182" y="389"/>
                </a:cubicBezTo>
                <a:cubicBezTo>
                  <a:pt x="182" y="378"/>
                  <a:pt x="182" y="378"/>
                  <a:pt x="182" y="378"/>
                </a:cubicBezTo>
                <a:cubicBezTo>
                  <a:pt x="194" y="378"/>
                  <a:pt x="194" y="378"/>
                  <a:pt x="194" y="378"/>
                </a:cubicBezTo>
                <a:cubicBezTo>
                  <a:pt x="194" y="388"/>
                  <a:pt x="194" y="388"/>
                  <a:pt x="194" y="388"/>
                </a:cubicBezTo>
                <a:cubicBezTo>
                  <a:pt x="201" y="388"/>
                  <a:pt x="207" y="390"/>
                  <a:pt x="211" y="392"/>
                </a:cubicBezTo>
                <a:cubicBezTo>
                  <a:pt x="207" y="405"/>
                  <a:pt x="207" y="405"/>
                  <a:pt x="207" y="405"/>
                </a:cubicBezTo>
                <a:cubicBezTo>
                  <a:pt x="204" y="404"/>
                  <a:pt x="199" y="401"/>
                  <a:pt x="190" y="401"/>
                </a:cubicBezTo>
                <a:cubicBezTo>
                  <a:pt x="183" y="401"/>
                  <a:pt x="180" y="404"/>
                  <a:pt x="180" y="408"/>
                </a:cubicBezTo>
                <a:cubicBezTo>
                  <a:pt x="180" y="412"/>
                  <a:pt x="184" y="414"/>
                  <a:pt x="194" y="418"/>
                </a:cubicBezTo>
                <a:cubicBezTo>
                  <a:pt x="208" y="423"/>
                  <a:pt x="214" y="429"/>
                  <a:pt x="214" y="440"/>
                </a:cubicBezTo>
                <a:cubicBezTo>
                  <a:pt x="214" y="451"/>
                  <a:pt x="207" y="459"/>
                  <a:pt x="193" y="462"/>
                </a:cubicBezTo>
                <a:moveTo>
                  <a:pt x="652" y="426"/>
                </a:moveTo>
                <a:cubicBezTo>
                  <a:pt x="636" y="408"/>
                  <a:pt x="611" y="388"/>
                  <a:pt x="601" y="366"/>
                </a:cubicBezTo>
                <a:cubicBezTo>
                  <a:pt x="587" y="333"/>
                  <a:pt x="603" y="301"/>
                  <a:pt x="603" y="267"/>
                </a:cubicBezTo>
                <a:cubicBezTo>
                  <a:pt x="602" y="240"/>
                  <a:pt x="594" y="207"/>
                  <a:pt x="585" y="182"/>
                </a:cubicBezTo>
                <a:cubicBezTo>
                  <a:pt x="570" y="141"/>
                  <a:pt x="543" y="107"/>
                  <a:pt x="509" y="80"/>
                </a:cubicBezTo>
                <a:cubicBezTo>
                  <a:pt x="456" y="31"/>
                  <a:pt x="381" y="0"/>
                  <a:pt x="298" y="0"/>
                </a:cubicBezTo>
                <a:cubicBezTo>
                  <a:pt x="133" y="0"/>
                  <a:pt x="0" y="122"/>
                  <a:pt x="0" y="273"/>
                </a:cubicBezTo>
                <a:cubicBezTo>
                  <a:pt x="0" y="283"/>
                  <a:pt x="1" y="293"/>
                  <a:pt x="2" y="302"/>
                </a:cubicBezTo>
                <a:cubicBezTo>
                  <a:pt x="3" y="368"/>
                  <a:pt x="23" y="446"/>
                  <a:pt x="82" y="533"/>
                </a:cubicBezTo>
                <a:cubicBezTo>
                  <a:pt x="82" y="533"/>
                  <a:pt x="164" y="697"/>
                  <a:pt x="0" y="781"/>
                </a:cubicBezTo>
                <a:cubicBezTo>
                  <a:pt x="362" y="782"/>
                  <a:pt x="362" y="782"/>
                  <a:pt x="362" y="782"/>
                </a:cubicBezTo>
                <a:cubicBezTo>
                  <a:pt x="362" y="782"/>
                  <a:pt x="389" y="674"/>
                  <a:pt x="433" y="674"/>
                </a:cubicBezTo>
                <a:cubicBezTo>
                  <a:pt x="470" y="674"/>
                  <a:pt x="508" y="677"/>
                  <a:pt x="545" y="675"/>
                </a:cubicBezTo>
                <a:cubicBezTo>
                  <a:pt x="553" y="676"/>
                  <a:pt x="558" y="675"/>
                  <a:pt x="563" y="673"/>
                </a:cubicBezTo>
                <a:cubicBezTo>
                  <a:pt x="563" y="673"/>
                  <a:pt x="563" y="673"/>
                  <a:pt x="564" y="673"/>
                </a:cubicBezTo>
                <a:cubicBezTo>
                  <a:pt x="564" y="673"/>
                  <a:pt x="564" y="673"/>
                  <a:pt x="564" y="673"/>
                </a:cubicBezTo>
                <a:cubicBezTo>
                  <a:pt x="589" y="660"/>
                  <a:pt x="571" y="601"/>
                  <a:pt x="571" y="601"/>
                </a:cubicBezTo>
                <a:cubicBezTo>
                  <a:pt x="586" y="595"/>
                  <a:pt x="595" y="585"/>
                  <a:pt x="595" y="577"/>
                </a:cubicBezTo>
                <a:cubicBezTo>
                  <a:pt x="595" y="575"/>
                  <a:pt x="595" y="575"/>
                  <a:pt x="595" y="575"/>
                </a:cubicBezTo>
                <a:cubicBezTo>
                  <a:pt x="595" y="565"/>
                  <a:pt x="581" y="557"/>
                  <a:pt x="561" y="554"/>
                </a:cubicBezTo>
                <a:cubicBezTo>
                  <a:pt x="570" y="554"/>
                  <a:pt x="570" y="554"/>
                  <a:pt x="570" y="554"/>
                </a:cubicBezTo>
                <a:cubicBezTo>
                  <a:pt x="585" y="554"/>
                  <a:pt x="598" y="546"/>
                  <a:pt x="598" y="536"/>
                </a:cubicBezTo>
                <a:cubicBezTo>
                  <a:pt x="598" y="535"/>
                  <a:pt x="598" y="535"/>
                  <a:pt x="598" y="535"/>
                </a:cubicBezTo>
                <a:cubicBezTo>
                  <a:pt x="598" y="532"/>
                  <a:pt x="597" y="529"/>
                  <a:pt x="595" y="527"/>
                </a:cubicBezTo>
                <a:cubicBezTo>
                  <a:pt x="598" y="514"/>
                  <a:pt x="609" y="461"/>
                  <a:pt x="611" y="461"/>
                </a:cubicBezTo>
                <a:cubicBezTo>
                  <a:pt x="697" y="457"/>
                  <a:pt x="652" y="426"/>
                  <a:pt x="652" y="426"/>
                </a:cubicBezTo>
                <a:moveTo>
                  <a:pt x="78" y="265"/>
                </a:moveTo>
                <a:cubicBezTo>
                  <a:pt x="78" y="230"/>
                  <a:pt x="106" y="201"/>
                  <a:pt x="141" y="201"/>
                </a:cubicBezTo>
                <a:cubicBezTo>
                  <a:pt x="176" y="201"/>
                  <a:pt x="205" y="230"/>
                  <a:pt x="205" y="265"/>
                </a:cubicBezTo>
                <a:cubicBezTo>
                  <a:pt x="205" y="300"/>
                  <a:pt x="176" y="329"/>
                  <a:pt x="141" y="329"/>
                </a:cubicBezTo>
                <a:cubicBezTo>
                  <a:pt x="106" y="329"/>
                  <a:pt x="78" y="300"/>
                  <a:pt x="78" y="265"/>
                </a:cubicBezTo>
                <a:moveTo>
                  <a:pt x="189" y="514"/>
                </a:moveTo>
                <a:cubicBezTo>
                  <a:pt x="141" y="514"/>
                  <a:pt x="101" y="474"/>
                  <a:pt x="101" y="426"/>
                </a:cubicBezTo>
                <a:cubicBezTo>
                  <a:pt x="101" y="377"/>
                  <a:pt x="141" y="337"/>
                  <a:pt x="189" y="337"/>
                </a:cubicBezTo>
                <a:cubicBezTo>
                  <a:pt x="237" y="337"/>
                  <a:pt x="276" y="377"/>
                  <a:pt x="276" y="426"/>
                </a:cubicBezTo>
                <a:cubicBezTo>
                  <a:pt x="276" y="474"/>
                  <a:pt x="237" y="514"/>
                  <a:pt x="189" y="514"/>
                </a:cubicBezTo>
                <a:moveTo>
                  <a:pt x="352" y="371"/>
                </a:moveTo>
                <a:cubicBezTo>
                  <a:pt x="276" y="371"/>
                  <a:pt x="215" y="309"/>
                  <a:pt x="215" y="233"/>
                </a:cubicBezTo>
                <a:cubicBezTo>
                  <a:pt x="215" y="157"/>
                  <a:pt x="276" y="95"/>
                  <a:pt x="352" y="95"/>
                </a:cubicBezTo>
                <a:cubicBezTo>
                  <a:pt x="428" y="95"/>
                  <a:pt x="489" y="157"/>
                  <a:pt x="489" y="233"/>
                </a:cubicBezTo>
                <a:cubicBezTo>
                  <a:pt x="489" y="309"/>
                  <a:pt x="428" y="371"/>
                  <a:pt x="352" y="37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pPr>
              <a:defRPr/>
            </a:pP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0" name="TextBox 37"/>
          <p:cNvSpPr txBox="1"/>
          <p:nvPr/>
        </p:nvSpPr>
        <p:spPr>
          <a:xfrm>
            <a:off x="7152716" y="1466140"/>
            <a:ext cx="1955165" cy="41529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1" name="TextBox 38"/>
          <p:cNvSpPr txBox="1"/>
          <p:nvPr/>
        </p:nvSpPr>
        <p:spPr>
          <a:xfrm>
            <a:off x="7152715" y="1887878"/>
            <a:ext cx="3742508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2" name="TextBox 39"/>
          <p:cNvSpPr txBox="1"/>
          <p:nvPr/>
        </p:nvSpPr>
        <p:spPr>
          <a:xfrm>
            <a:off x="7152716" y="3021139"/>
            <a:ext cx="1955165" cy="41529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3" name="TextBox 40"/>
          <p:cNvSpPr txBox="1"/>
          <p:nvPr/>
        </p:nvSpPr>
        <p:spPr>
          <a:xfrm>
            <a:off x="7152715" y="3442877"/>
            <a:ext cx="3742508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4" name="TextBox 41"/>
          <p:cNvSpPr txBox="1"/>
          <p:nvPr/>
        </p:nvSpPr>
        <p:spPr>
          <a:xfrm>
            <a:off x="7152716" y="4551220"/>
            <a:ext cx="1955165" cy="41529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5" name="TextBox 42"/>
          <p:cNvSpPr txBox="1"/>
          <p:nvPr/>
        </p:nvSpPr>
        <p:spPr>
          <a:xfrm>
            <a:off x="7152715" y="4972958"/>
            <a:ext cx="3742508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6" name="TextBox 43"/>
          <p:cNvSpPr txBox="1"/>
          <p:nvPr/>
        </p:nvSpPr>
        <p:spPr>
          <a:xfrm>
            <a:off x="2568077" y="1466140"/>
            <a:ext cx="1955165" cy="41529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7" name="TextBox 44"/>
          <p:cNvSpPr txBox="1"/>
          <p:nvPr/>
        </p:nvSpPr>
        <p:spPr>
          <a:xfrm>
            <a:off x="781050" y="1887855"/>
            <a:ext cx="374269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8" name="TextBox 45"/>
          <p:cNvSpPr txBox="1"/>
          <p:nvPr/>
        </p:nvSpPr>
        <p:spPr>
          <a:xfrm>
            <a:off x="2568077" y="3021139"/>
            <a:ext cx="1955165" cy="41529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9" name="TextBox 46"/>
          <p:cNvSpPr txBox="1"/>
          <p:nvPr/>
        </p:nvSpPr>
        <p:spPr>
          <a:xfrm>
            <a:off x="780733" y="3442877"/>
            <a:ext cx="3742508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0" name="TextBox 47"/>
          <p:cNvSpPr txBox="1"/>
          <p:nvPr/>
        </p:nvSpPr>
        <p:spPr>
          <a:xfrm>
            <a:off x="2568077" y="4551220"/>
            <a:ext cx="1955165" cy="41529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1" name="TextBox 48"/>
          <p:cNvSpPr txBox="1"/>
          <p:nvPr/>
        </p:nvSpPr>
        <p:spPr>
          <a:xfrm>
            <a:off x="780733" y="4972958"/>
            <a:ext cx="3742508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demonstrations.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50274" y="1919491"/>
            <a:ext cx="2357182" cy="33213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50276" y="1541946"/>
            <a:ext cx="2163308" cy="332139"/>
          </a:xfrm>
          <a:prstGeom prst="rect">
            <a:avLst/>
          </a:prstGeom>
        </p:spPr>
        <p:txBody>
          <a:bodyPr wrap="none" lIns="0" tIns="0" rIns="0" bIns="0" anchor="t" anchorCtr="0">
            <a:normAutofit/>
          </a:bodyPr>
          <a:lstStyle/>
          <a:p>
            <a:pPr algn="l"/>
            <a:r>
              <a:rPr lang="zh-CN" altLang="en-US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56162" y="3044240"/>
            <a:ext cx="2357182" cy="33213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56162" y="2666694"/>
            <a:ext cx="2163308" cy="332139"/>
          </a:xfrm>
          <a:prstGeom prst="rect">
            <a:avLst/>
          </a:prstGeom>
        </p:spPr>
        <p:txBody>
          <a:bodyPr wrap="none" lIns="0" tIns="0" rIns="0" bIns="0" anchor="t" anchorCtr="0">
            <a:normAutofit/>
          </a:bodyPr>
          <a:lstStyle/>
          <a:p>
            <a:pPr algn="l"/>
            <a:r>
              <a:rPr lang="zh-CN" altLang="en-US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95908" y="4168992"/>
            <a:ext cx="2357182" cy="33213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altLang="zh-CN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95910" y="3791445"/>
            <a:ext cx="2163308" cy="332139"/>
          </a:xfrm>
          <a:prstGeom prst="rect">
            <a:avLst/>
          </a:prstGeom>
        </p:spPr>
        <p:txBody>
          <a:bodyPr wrap="none" lIns="0" tIns="0" rIns="0" bIns="0" anchor="t" anchorCtr="0">
            <a:normAutofit/>
          </a:bodyPr>
          <a:lstStyle/>
          <a:p>
            <a:pPr algn="l"/>
            <a:r>
              <a:rPr lang="zh-CN" altLang="en-US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56218" y="5294162"/>
            <a:ext cx="2357182" cy="33213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altLang="zh-CN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56218" y="4916616"/>
            <a:ext cx="2163308" cy="332139"/>
          </a:xfrm>
          <a:prstGeom prst="rect">
            <a:avLst/>
          </a:prstGeom>
        </p:spPr>
        <p:txBody>
          <a:bodyPr wrap="none" lIns="0" tIns="0" rIns="0" bIns="0" anchor="t" anchorCtr="0">
            <a:normAutofit/>
          </a:bodyPr>
          <a:lstStyle/>
          <a:p>
            <a:pPr algn="l"/>
            <a:r>
              <a:rPr lang="zh-CN" altLang="en-US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45795" y="1656164"/>
            <a:ext cx="1713162" cy="1713162"/>
            <a:chOff x="955219" y="1110420"/>
            <a:chExt cx="1285875" cy="1285875"/>
          </a:xfrm>
        </p:grpSpPr>
        <p:sp>
          <p:nvSpPr>
            <p:cNvPr id="16" name="菱形 15"/>
            <p:cNvSpPr/>
            <p:nvPr/>
          </p:nvSpPr>
          <p:spPr>
            <a:xfrm>
              <a:off x="955219" y="1110420"/>
              <a:ext cx="1285875" cy="1285875"/>
            </a:xfrm>
            <a:prstGeom prst="diamond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17" name="菱形 16"/>
            <p:cNvSpPr/>
            <p:nvPr/>
          </p:nvSpPr>
          <p:spPr>
            <a:xfrm>
              <a:off x="1148436" y="1306894"/>
              <a:ext cx="892926" cy="892926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18" name="任意多边形: 形状 23"/>
            <p:cNvSpPr/>
            <p:nvPr/>
          </p:nvSpPr>
          <p:spPr>
            <a:xfrm>
              <a:off x="1407831" y="1579464"/>
              <a:ext cx="320366" cy="332929"/>
            </a:xfrm>
            <a:custGeom>
              <a:avLst/>
              <a:gdLst>
                <a:gd name="connsiteX0" fmla="*/ 200025 w 323850"/>
                <a:gd name="connsiteY0" fmla="*/ 303213 h 336550"/>
                <a:gd name="connsiteX1" fmla="*/ 188912 w 323850"/>
                <a:gd name="connsiteY1" fmla="*/ 314326 h 336550"/>
                <a:gd name="connsiteX2" fmla="*/ 200025 w 323850"/>
                <a:gd name="connsiteY2" fmla="*/ 325439 h 336550"/>
                <a:gd name="connsiteX3" fmla="*/ 211138 w 323850"/>
                <a:gd name="connsiteY3" fmla="*/ 314326 h 336550"/>
                <a:gd name="connsiteX4" fmla="*/ 200025 w 323850"/>
                <a:gd name="connsiteY4" fmla="*/ 303213 h 336550"/>
                <a:gd name="connsiteX5" fmla="*/ 267890 w 323850"/>
                <a:gd name="connsiteY5" fmla="*/ 200026 h 336550"/>
                <a:gd name="connsiteX6" fmla="*/ 306529 w 323850"/>
                <a:gd name="connsiteY6" fmla="*/ 200026 h 336550"/>
                <a:gd name="connsiteX7" fmla="*/ 323850 w 323850"/>
                <a:gd name="connsiteY7" fmla="*/ 217105 h 336550"/>
                <a:gd name="connsiteX8" fmla="*/ 323850 w 323850"/>
                <a:gd name="connsiteY8" fmla="*/ 219733 h 336550"/>
                <a:gd name="connsiteX9" fmla="*/ 306529 w 323850"/>
                <a:gd name="connsiteY9" fmla="*/ 238126 h 336550"/>
                <a:gd name="connsiteX10" fmla="*/ 267890 w 323850"/>
                <a:gd name="connsiteY10" fmla="*/ 238126 h 336550"/>
                <a:gd name="connsiteX11" fmla="*/ 249237 w 323850"/>
                <a:gd name="connsiteY11" fmla="*/ 219733 h 336550"/>
                <a:gd name="connsiteX12" fmla="*/ 249237 w 323850"/>
                <a:gd name="connsiteY12" fmla="*/ 217105 h 336550"/>
                <a:gd name="connsiteX13" fmla="*/ 267890 w 323850"/>
                <a:gd name="connsiteY13" fmla="*/ 200026 h 336550"/>
                <a:gd name="connsiteX14" fmla="*/ 267890 w 323850"/>
                <a:gd name="connsiteY14" fmla="*/ 155576 h 336550"/>
                <a:gd name="connsiteX15" fmla="*/ 306529 w 323850"/>
                <a:gd name="connsiteY15" fmla="*/ 155576 h 336550"/>
                <a:gd name="connsiteX16" fmla="*/ 323850 w 323850"/>
                <a:gd name="connsiteY16" fmla="*/ 172528 h 336550"/>
                <a:gd name="connsiteX17" fmla="*/ 323850 w 323850"/>
                <a:gd name="connsiteY17" fmla="*/ 175137 h 336550"/>
                <a:gd name="connsiteX18" fmla="*/ 306529 w 323850"/>
                <a:gd name="connsiteY18" fmla="*/ 192089 h 336550"/>
                <a:gd name="connsiteX19" fmla="*/ 267890 w 323850"/>
                <a:gd name="connsiteY19" fmla="*/ 192089 h 336550"/>
                <a:gd name="connsiteX20" fmla="*/ 249237 w 323850"/>
                <a:gd name="connsiteY20" fmla="*/ 175137 h 336550"/>
                <a:gd name="connsiteX21" fmla="*/ 249237 w 323850"/>
                <a:gd name="connsiteY21" fmla="*/ 172528 h 336550"/>
                <a:gd name="connsiteX22" fmla="*/ 267890 w 323850"/>
                <a:gd name="connsiteY22" fmla="*/ 155576 h 336550"/>
                <a:gd name="connsiteX23" fmla="*/ 175670 w 323850"/>
                <a:gd name="connsiteY23" fmla="*/ 15876 h 336550"/>
                <a:gd name="connsiteX24" fmla="*/ 173037 w 323850"/>
                <a:gd name="connsiteY24" fmla="*/ 19686 h 336550"/>
                <a:gd name="connsiteX25" fmla="*/ 175670 w 323850"/>
                <a:gd name="connsiteY25" fmla="*/ 22226 h 336550"/>
                <a:gd name="connsiteX26" fmla="*/ 224379 w 323850"/>
                <a:gd name="connsiteY26" fmla="*/ 22226 h 336550"/>
                <a:gd name="connsiteX27" fmla="*/ 227012 w 323850"/>
                <a:gd name="connsiteY27" fmla="*/ 19686 h 336550"/>
                <a:gd name="connsiteX28" fmla="*/ 224379 w 323850"/>
                <a:gd name="connsiteY28" fmla="*/ 15876 h 336550"/>
                <a:gd name="connsiteX29" fmla="*/ 175670 w 323850"/>
                <a:gd name="connsiteY29" fmla="*/ 15876 h 336550"/>
                <a:gd name="connsiteX30" fmla="*/ 125064 w 323850"/>
                <a:gd name="connsiteY30" fmla="*/ 0 h 336550"/>
                <a:gd name="connsiteX31" fmla="*/ 276458 w 323850"/>
                <a:gd name="connsiteY31" fmla="*/ 0 h 336550"/>
                <a:gd name="connsiteX32" fmla="*/ 298837 w 323850"/>
                <a:gd name="connsiteY32" fmla="*/ 22349 h 336550"/>
                <a:gd name="connsiteX33" fmla="*/ 298837 w 323850"/>
                <a:gd name="connsiteY33" fmla="*/ 109116 h 336550"/>
                <a:gd name="connsiteX34" fmla="*/ 306736 w 323850"/>
                <a:gd name="connsiteY34" fmla="*/ 109116 h 336550"/>
                <a:gd name="connsiteX35" fmla="*/ 323850 w 323850"/>
                <a:gd name="connsiteY35" fmla="*/ 127521 h 336550"/>
                <a:gd name="connsiteX36" fmla="*/ 323850 w 323850"/>
                <a:gd name="connsiteY36" fmla="*/ 130150 h 336550"/>
                <a:gd name="connsiteX37" fmla="*/ 306736 w 323850"/>
                <a:gd name="connsiteY37" fmla="*/ 147241 h 336550"/>
                <a:gd name="connsiteX38" fmla="*/ 268559 w 323850"/>
                <a:gd name="connsiteY38" fmla="*/ 147241 h 336550"/>
                <a:gd name="connsiteX39" fmla="*/ 250128 w 323850"/>
                <a:gd name="connsiteY39" fmla="*/ 130150 h 336550"/>
                <a:gd name="connsiteX40" fmla="*/ 250128 w 323850"/>
                <a:gd name="connsiteY40" fmla="*/ 127521 h 336550"/>
                <a:gd name="connsiteX41" fmla="*/ 268559 w 323850"/>
                <a:gd name="connsiteY41" fmla="*/ 109116 h 336550"/>
                <a:gd name="connsiteX42" fmla="*/ 272508 w 323850"/>
                <a:gd name="connsiteY42" fmla="*/ 109116 h 336550"/>
                <a:gd name="connsiteX43" fmla="*/ 283040 w 323850"/>
                <a:gd name="connsiteY43" fmla="*/ 109116 h 336550"/>
                <a:gd name="connsiteX44" fmla="*/ 283040 w 323850"/>
                <a:gd name="connsiteY44" fmla="*/ 35496 h 336550"/>
                <a:gd name="connsiteX45" fmla="*/ 118481 w 323850"/>
                <a:gd name="connsiteY45" fmla="*/ 35496 h 336550"/>
                <a:gd name="connsiteX46" fmla="*/ 118481 w 323850"/>
                <a:gd name="connsiteY46" fmla="*/ 76250 h 336550"/>
                <a:gd name="connsiteX47" fmla="*/ 155342 w 323850"/>
                <a:gd name="connsiteY47" fmla="*/ 56530 h 336550"/>
                <a:gd name="connsiteX48" fmla="*/ 184305 w 323850"/>
                <a:gd name="connsiteY48" fmla="*/ 74935 h 336550"/>
                <a:gd name="connsiteX49" fmla="*/ 139545 w 323850"/>
                <a:gd name="connsiteY49" fmla="*/ 117004 h 336550"/>
                <a:gd name="connsiteX50" fmla="*/ 118481 w 323850"/>
                <a:gd name="connsiteY50" fmla="*/ 131465 h 336550"/>
                <a:gd name="connsiteX51" fmla="*/ 118481 w 323850"/>
                <a:gd name="connsiteY51" fmla="*/ 294481 h 336550"/>
                <a:gd name="connsiteX52" fmla="*/ 283040 w 323850"/>
                <a:gd name="connsiteY52" fmla="*/ 294481 h 336550"/>
                <a:gd name="connsiteX53" fmla="*/ 283040 w 323850"/>
                <a:gd name="connsiteY53" fmla="*/ 282649 h 336550"/>
                <a:gd name="connsiteX54" fmla="*/ 268559 w 323850"/>
                <a:gd name="connsiteY54" fmla="*/ 282649 h 336550"/>
                <a:gd name="connsiteX55" fmla="*/ 250128 w 323850"/>
                <a:gd name="connsiteY55" fmla="*/ 264244 h 336550"/>
                <a:gd name="connsiteX56" fmla="*/ 250128 w 323850"/>
                <a:gd name="connsiteY56" fmla="*/ 262930 h 336550"/>
                <a:gd name="connsiteX57" fmla="*/ 268559 w 323850"/>
                <a:gd name="connsiteY57" fmla="*/ 244525 h 336550"/>
                <a:gd name="connsiteX58" fmla="*/ 306736 w 323850"/>
                <a:gd name="connsiteY58" fmla="*/ 244525 h 336550"/>
                <a:gd name="connsiteX59" fmla="*/ 323850 w 323850"/>
                <a:gd name="connsiteY59" fmla="*/ 262930 h 336550"/>
                <a:gd name="connsiteX60" fmla="*/ 323850 w 323850"/>
                <a:gd name="connsiteY60" fmla="*/ 264244 h 336550"/>
                <a:gd name="connsiteX61" fmla="*/ 306736 w 323850"/>
                <a:gd name="connsiteY61" fmla="*/ 282649 h 336550"/>
                <a:gd name="connsiteX62" fmla="*/ 301470 w 323850"/>
                <a:gd name="connsiteY62" fmla="*/ 282649 h 336550"/>
                <a:gd name="connsiteX63" fmla="*/ 298837 w 323850"/>
                <a:gd name="connsiteY63" fmla="*/ 282649 h 336550"/>
                <a:gd name="connsiteX64" fmla="*/ 298837 w 323850"/>
                <a:gd name="connsiteY64" fmla="*/ 314201 h 336550"/>
                <a:gd name="connsiteX65" fmla="*/ 276458 w 323850"/>
                <a:gd name="connsiteY65" fmla="*/ 336550 h 336550"/>
                <a:gd name="connsiteX66" fmla="*/ 125064 w 323850"/>
                <a:gd name="connsiteY66" fmla="*/ 336550 h 336550"/>
                <a:gd name="connsiteX67" fmla="*/ 102684 w 323850"/>
                <a:gd name="connsiteY67" fmla="*/ 314201 h 336550"/>
                <a:gd name="connsiteX68" fmla="*/ 102684 w 323850"/>
                <a:gd name="connsiteY68" fmla="*/ 287908 h 336550"/>
                <a:gd name="connsiteX69" fmla="*/ 75038 w 323850"/>
                <a:gd name="connsiteY69" fmla="*/ 287908 h 336550"/>
                <a:gd name="connsiteX70" fmla="*/ 13164 w 323850"/>
                <a:gd name="connsiteY70" fmla="*/ 255042 h 336550"/>
                <a:gd name="connsiteX71" fmla="*/ 11848 w 323850"/>
                <a:gd name="connsiteY71" fmla="*/ 253727 h 336550"/>
                <a:gd name="connsiteX72" fmla="*/ 9215 w 323850"/>
                <a:gd name="connsiteY72" fmla="*/ 249783 h 336550"/>
                <a:gd name="connsiteX73" fmla="*/ 7899 w 323850"/>
                <a:gd name="connsiteY73" fmla="*/ 244525 h 336550"/>
                <a:gd name="connsiteX74" fmla="*/ 6582 w 323850"/>
                <a:gd name="connsiteY74" fmla="*/ 240581 h 336550"/>
                <a:gd name="connsiteX75" fmla="*/ 2633 w 323850"/>
                <a:gd name="connsiteY75" fmla="*/ 231378 h 336550"/>
                <a:gd name="connsiteX76" fmla="*/ 2633 w 323850"/>
                <a:gd name="connsiteY76" fmla="*/ 228749 h 336550"/>
                <a:gd name="connsiteX77" fmla="*/ 0 w 323850"/>
                <a:gd name="connsiteY77" fmla="*/ 219546 h 336550"/>
                <a:gd name="connsiteX78" fmla="*/ 0 w 323850"/>
                <a:gd name="connsiteY78" fmla="*/ 215602 h 336550"/>
                <a:gd name="connsiteX79" fmla="*/ 0 w 323850"/>
                <a:gd name="connsiteY79" fmla="*/ 202456 h 336550"/>
                <a:gd name="connsiteX80" fmla="*/ 40810 w 323850"/>
                <a:gd name="connsiteY80" fmla="*/ 119633 h 336550"/>
                <a:gd name="connsiteX81" fmla="*/ 102684 w 323850"/>
                <a:gd name="connsiteY81" fmla="*/ 85452 h 336550"/>
                <a:gd name="connsiteX82" fmla="*/ 102684 w 323850"/>
                <a:gd name="connsiteY82" fmla="*/ 22349 h 336550"/>
                <a:gd name="connsiteX83" fmla="*/ 125064 w 323850"/>
                <a:gd name="connsiteY83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323850" h="336550">
                  <a:moveTo>
                    <a:pt x="200025" y="303213"/>
                  </a:moveTo>
                  <a:cubicBezTo>
                    <a:pt x="193887" y="303213"/>
                    <a:pt x="188912" y="308188"/>
                    <a:pt x="188912" y="314326"/>
                  </a:cubicBezTo>
                  <a:cubicBezTo>
                    <a:pt x="188912" y="320464"/>
                    <a:pt x="193887" y="325439"/>
                    <a:pt x="200025" y="325439"/>
                  </a:cubicBezTo>
                  <a:cubicBezTo>
                    <a:pt x="206163" y="325439"/>
                    <a:pt x="211138" y="320464"/>
                    <a:pt x="211138" y="314326"/>
                  </a:cubicBezTo>
                  <a:cubicBezTo>
                    <a:pt x="211138" y="308188"/>
                    <a:pt x="206163" y="303213"/>
                    <a:pt x="200025" y="303213"/>
                  </a:cubicBezTo>
                  <a:close/>
                  <a:moveTo>
                    <a:pt x="267890" y="200026"/>
                  </a:moveTo>
                  <a:cubicBezTo>
                    <a:pt x="267890" y="200026"/>
                    <a:pt x="267890" y="200026"/>
                    <a:pt x="306529" y="200026"/>
                  </a:cubicBezTo>
                  <a:cubicBezTo>
                    <a:pt x="315856" y="200026"/>
                    <a:pt x="323850" y="207909"/>
                    <a:pt x="323850" y="217105"/>
                  </a:cubicBezTo>
                  <a:cubicBezTo>
                    <a:pt x="323850" y="217105"/>
                    <a:pt x="323850" y="217105"/>
                    <a:pt x="323850" y="219733"/>
                  </a:cubicBezTo>
                  <a:cubicBezTo>
                    <a:pt x="323850" y="228929"/>
                    <a:pt x="315856" y="238126"/>
                    <a:pt x="306529" y="238126"/>
                  </a:cubicBezTo>
                  <a:cubicBezTo>
                    <a:pt x="306529" y="238126"/>
                    <a:pt x="306529" y="238126"/>
                    <a:pt x="267890" y="238126"/>
                  </a:cubicBezTo>
                  <a:cubicBezTo>
                    <a:pt x="257231" y="238126"/>
                    <a:pt x="249237" y="228929"/>
                    <a:pt x="249237" y="219733"/>
                  </a:cubicBezTo>
                  <a:cubicBezTo>
                    <a:pt x="249237" y="219733"/>
                    <a:pt x="249237" y="219733"/>
                    <a:pt x="249237" y="217105"/>
                  </a:cubicBezTo>
                  <a:cubicBezTo>
                    <a:pt x="249237" y="207909"/>
                    <a:pt x="257231" y="200026"/>
                    <a:pt x="267890" y="200026"/>
                  </a:cubicBezTo>
                  <a:close/>
                  <a:moveTo>
                    <a:pt x="267890" y="155576"/>
                  </a:moveTo>
                  <a:cubicBezTo>
                    <a:pt x="267890" y="155576"/>
                    <a:pt x="267890" y="155576"/>
                    <a:pt x="306529" y="155576"/>
                  </a:cubicBezTo>
                  <a:cubicBezTo>
                    <a:pt x="315856" y="155576"/>
                    <a:pt x="323850" y="163400"/>
                    <a:pt x="323850" y="172528"/>
                  </a:cubicBezTo>
                  <a:cubicBezTo>
                    <a:pt x="323850" y="172528"/>
                    <a:pt x="323850" y="172528"/>
                    <a:pt x="323850" y="175137"/>
                  </a:cubicBezTo>
                  <a:cubicBezTo>
                    <a:pt x="323850" y="184265"/>
                    <a:pt x="315856" y="192089"/>
                    <a:pt x="306529" y="192089"/>
                  </a:cubicBezTo>
                  <a:cubicBezTo>
                    <a:pt x="306529" y="192089"/>
                    <a:pt x="306529" y="192089"/>
                    <a:pt x="267890" y="192089"/>
                  </a:cubicBezTo>
                  <a:cubicBezTo>
                    <a:pt x="257231" y="192089"/>
                    <a:pt x="249237" y="184265"/>
                    <a:pt x="249237" y="175137"/>
                  </a:cubicBezTo>
                  <a:cubicBezTo>
                    <a:pt x="249237" y="175137"/>
                    <a:pt x="249237" y="175137"/>
                    <a:pt x="249237" y="172528"/>
                  </a:cubicBezTo>
                  <a:cubicBezTo>
                    <a:pt x="249237" y="163400"/>
                    <a:pt x="257231" y="155576"/>
                    <a:pt x="267890" y="155576"/>
                  </a:cubicBezTo>
                  <a:close/>
                  <a:moveTo>
                    <a:pt x="175670" y="15876"/>
                  </a:moveTo>
                  <a:cubicBezTo>
                    <a:pt x="174353" y="15876"/>
                    <a:pt x="173037" y="17146"/>
                    <a:pt x="173037" y="19686"/>
                  </a:cubicBezTo>
                  <a:cubicBezTo>
                    <a:pt x="173037" y="20956"/>
                    <a:pt x="174353" y="22226"/>
                    <a:pt x="175670" y="22226"/>
                  </a:cubicBezTo>
                  <a:cubicBezTo>
                    <a:pt x="175670" y="22226"/>
                    <a:pt x="175670" y="22226"/>
                    <a:pt x="224379" y="22226"/>
                  </a:cubicBezTo>
                  <a:cubicBezTo>
                    <a:pt x="225695" y="22226"/>
                    <a:pt x="227012" y="20956"/>
                    <a:pt x="227012" y="19686"/>
                  </a:cubicBezTo>
                  <a:cubicBezTo>
                    <a:pt x="227012" y="17146"/>
                    <a:pt x="225695" y="15876"/>
                    <a:pt x="224379" y="15876"/>
                  </a:cubicBezTo>
                  <a:cubicBezTo>
                    <a:pt x="224379" y="15876"/>
                    <a:pt x="224379" y="15876"/>
                    <a:pt x="175670" y="15876"/>
                  </a:cubicBezTo>
                  <a:close/>
                  <a:moveTo>
                    <a:pt x="125064" y="0"/>
                  </a:moveTo>
                  <a:cubicBezTo>
                    <a:pt x="125064" y="0"/>
                    <a:pt x="125064" y="0"/>
                    <a:pt x="276458" y="0"/>
                  </a:cubicBezTo>
                  <a:cubicBezTo>
                    <a:pt x="288306" y="0"/>
                    <a:pt x="298837" y="10517"/>
                    <a:pt x="298837" y="22349"/>
                  </a:cubicBezTo>
                  <a:cubicBezTo>
                    <a:pt x="298837" y="22349"/>
                    <a:pt x="298837" y="22349"/>
                    <a:pt x="298837" y="109116"/>
                  </a:cubicBezTo>
                  <a:cubicBezTo>
                    <a:pt x="298837" y="109116"/>
                    <a:pt x="298837" y="109116"/>
                    <a:pt x="306736" y="109116"/>
                  </a:cubicBezTo>
                  <a:cubicBezTo>
                    <a:pt x="315951" y="109116"/>
                    <a:pt x="323850" y="118318"/>
                    <a:pt x="323850" y="127521"/>
                  </a:cubicBezTo>
                  <a:cubicBezTo>
                    <a:pt x="323850" y="127521"/>
                    <a:pt x="323850" y="127521"/>
                    <a:pt x="323850" y="130150"/>
                  </a:cubicBezTo>
                  <a:cubicBezTo>
                    <a:pt x="323850" y="139353"/>
                    <a:pt x="315951" y="147241"/>
                    <a:pt x="306736" y="147241"/>
                  </a:cubicBezTo>
                  <a:cubicBezTo>
                    <a:pt x="306736" y="147241"/>
                    <a:pt x="306736" y="147241"/>
                    <a:pt x="268559" y="147241"/>
                  </a:cubicBezTo>
                  <a:cubicBezTo>
                    <a:pt x="258027" y="147241"/>
                    <a:pt x="250128" y="139353"/>
                    <a:pt x="250128" y="130150"/>
                  </a:cubicBezTo>
                  <a:cubicBezTo>
                    <a:pt x="250128" y="130150"/>
                    <a:pt x="250128" y="130150"/>
                    <a:pt x="250128" y="127521"/>
                  </a:cubicBezTo>
                  <a:cubicBezTo>
                    <a:pt x="250128" y="118318"/>
                    <a:pt x="258027" y="109116"/>
                    <a:pt x="268559" y="109116"/>
                  </a:cubicBezTo>
                  <a:cubicBezTo>
                    <a:pt x="268559" y="109116"/>
                    <a:pt x="268559" y="109116"/>
                    <a:pt x="272508" y="109116"/>
                  </a:cubicBezTo>
                  <a:cubicBezTo>
                    <a:pt x="272508" y="109116"/>
                    <a:pt x="272508" y="109116"/>
                    <a:pt x="283040" y="109116"/>
                  </a:cubicBezTo>
                  <a:cubicBezTo>
                    <a:pt x="283040" y="109116"/>
                    <a:pt x="283040" y="109116"/>
                    <a:pt x="283040" y="35496"/>
                  </a:cubicBezTo>
                  <a:cubicBezTo>
                    <a:pt x="283040" y="35496"/>
                    <a:pt x="283040" y="35496"/>
                    <a:pt x="118481" y="35496"/>
                  </a:cubicBezTo>
                  <a:cubicBezTo>
                    <a:pt x="118481" y="35496"/>
                    <a:pt x="118481" y="35496"/>
                    <a:pt x="118481" y="76250"/>
                  </a:cubicBezTo>
                  <a:cubicBezTo>
                    <a:pt x="134279" y="67047"/>
                    <a:pt x="148760" y="59159"/>
                    <a:pt x="155342" y="56530"/>
                  </a:cubicBezTo>
                  <a:cubicBezTo>
                    <a:pt x="176406" y="44698"/>
                    <a:pt x="188254" y="59159"/>
                    <a:pt x="184305" y="74935"/>
                  </a:cubicBezTo>
                  <a:cubicBezTo>
                    <a:pt x="181672" y="86767"/>
                    <a:pt x="160608" y="99913"/>
                    <a:pt x="139545" y="117004"/>
                  </a:cubicBezTo>
                  <a:cubicBezTo>
                    <a:pt x="134279" y="120948"/>
                    <a:pt x="126380" y="126206"/>
                    <a:pt x="118481" y="131465"/>
                  </a:cubicBezTo>
                  <a:cubicBezTo>
                    <a:pt x="118481" y="131465"/>
                    <a:pt x="118481" y="131465"/>
                    <a:pt x="118481" y="294481"/>
                  </a:cubicBezTo>
                  <a:cubicBezTo>
                    <a:pt x="118481" y="294481"/>
                    <a:pt x="118481" y="294481"/>
                    <a:pt x="283040" y="294481"/>
                  </a:cubicBezTo>
                  <a:cubicBezTo>
                    <a:pt x="283040" y="294481"/>
                    <a:pt x="283040" y="294481"/>
                    <a:pt x="283040" y="282649"/>
                  </a:cubicBezTo>
                  <a:cubicBezTo>
                    <a:pt x="283040" y="282649"/>
                    <a:pt x="283040" y="282649"/>
                    <a:pt x="268559" y="282649"/>
                  </a:cubicBezTo>
                  <a:cubicBezTo>
                    <a:pt x="258027" y="282649"/>
                    <a:pt x="250128" y="274762"/>
                    <a:pt x="250128" y="264244"/>
                  </a:cubicBezTo>
                  <a:cubicBezTo>
                    <a:pt x="250128" y="264244"/>
                    <a:pt x="250128" y="264244"/>
                    <a:pt x="250128" y="262930"/>
                  </a:cubicBezTo>
                  <a:cubicBezTo>
                    <a:pt x="250128" y="252413"/>
                    <a:pt x="258027" y="244525"/>
                    <a:pt x="268559" y="244525"/>
                  </a:cubicBezTo>
                  <a:cubicBezTo>
                    <a:pt x="268559" y="244525"/>
                    <a:pt x="268559" y="244525"/>
                    <a:pt x="306736" y="244525"/>
                  </a:cubicBezTo>
                  <a:cubicBezTo>
                    <a:pt x="315951" y="244525"/>
                    <a:pt x="323850" y="252413"/>
                    <a:pt x="323850" y="262930"/>
                  </a:cubicBezTo>
                  <a:cubicBezTo>
                    <a:pt x="323850" y="262930"/>
                    <a:pt x="323850" y="262930"/>
                    <a:pt x="323850" y="264244"/>
                  </a:cubicBezTo>
                  <a:cubicBezTo>
                    <a:pt x="323850" y="274762"/>
                    <a:pt x="315951" y="282649"/>
                    <a:pt x="306736" y="282649"/>
                  </a:cubicBezTo>
                  <a:cubicBezTo>
                    <a:pt x="306736" y="282649"/>
                    <a:pt x="306736" y="282649"/>
                    <a:pt x="301470" y="282649"/>
                  </a:cubicBezTo>
                  <a:cubicBezTo>
                    <a:pt x="301470" y="282649"/>
                    <a:pt x="301470" y="282649"/>
                    <a:pt x="298837" y="282649"/>
                  </a:cubicBezTo>
                  <a:cubicBezTo>
                    <a:pt x="298837" y="282649"/>
                    <a:pt x="298837" y="282649"/>
                    <a:pt x="298837" y="314201"/>
                  </a:cubicBezTo>
                  <a:cubicBezTo>
                    <a:pt x="298837" y="326033"/>
                    <a:pt x="288306" y="336550"/>
                    <a:pt x="276458" y="336550"/>
                  </a:cubicBezTo>
                  <a:cubicBezTo>
                    <a:pt x="276458" y="336550"/>
                    <a:pt x="276458" y="336550"/>
                    <a:pt x="125064" y="336550"/>
                  </a:cubicBezTo>
                  <a:cubicBezTo>
                    <a:pt x="113216" y="336550"/>
                    <a:pt x="102684" y="326033"/>
                    <a:pt x="102684" y="314201"/>
                  </a:cubicBezTo>
                  <a:cubicBezTo>
                    <a:pt x="102684" y="314201"/>
                    <a:pt x="102684" y="314201"/>
                    <a:pt x="102684" y="287908"/>
                  </a:cubicBezTo>
                  <a:cubicBezTo>
                    <a:pt x="102684" y="287908"/>
                    <a:pt x="102684" y="287908"/>
                    <a:pt x="75038" y="287908"/>
                  </a:cubicBezTo>
                  <a:cubicBezTo>
                    <a:pt x="75038" y="287908"/>
                    <a:pt x="35544" y="287908"/>
                    <a:pt x="13164" y="255042"/>
                  </a:cubicBezTo>
                  <a:cubicBezTo>
                    <a:pt x="13164" y="253727"/>
                    <a:pt x="13164" y="253727"/>
                    <a:pt x="11848" y="253727"/>
                  </a:cubicBezTo>
                  <a:cubicBezTo>
                    <a:pt x="11848" y="252413"/>
                    <a:pt x="10531" y="251098"/>
                    <a:pt x="9215" y="249783"/>
                  </a:cubicBezTo>
                  <a:cubicBezTo>
                    <a:pt x="9215" y="248469"/>
                    <a:pt x="7899" y="245839"/>
                    <a:pt x="7899" y="244525"/>
                  </a:cubicBezTo>
                  <a:cubicBezTo>
                    <a:pt x="6582" y="243210"/>
                    <a:pt x="6582" y="241895"/>
                    <a:pt x="6582" y="240581"/>
                  </a:cubicBezTo>
                  <a:cubicBezTo>
                    <a:pt x="5266" y="237951"/>
                    <a:pt x="3949" y="235322"/>
                    <a:pt x="2633" y="231378"/>
                  </a:cubicBezTo>
                  <a:cubicBezTo>
                    <a:pt x="2633" y="230063"/>
                    <a:pt x="2633" y="230063"/>
                    <a:pt x="2633" y="228749"/>
                  </a:cubicBezTo>
                  <a:cubicBezTo>
                    <a:pt x="1316" y="226120"/>
                    <a:pt x="1316" y="223490"/>
                    <a:pt x="0" y="219546"/>
                  </a:cubicBezTo>
                  <a:cubicBezTo>
                    <a:pt x="0" y="218232"/>
                    <a:pt x="0" y="216917"/>
                    <a:pt x="0" y="215602"/>
                  </a:cubicBezTo>
                  <a:cubicBezTo>
                    <a:pt x="0" y="211658"/>
                    <a:pt x="0" y="207714"/>
                    <a:pt x="0" y="202456"/>
                  </a:cubicBezTo>
                  <a:cubicBezTo>
                    <a:pt x="0" y="149870"/>
                    <a:pt x="23696" y="127521"/>
                    <a:pt x="40810" y="119633"/>
                  </a:cubicBezTo>
                  <a:cubicBezTo>
                    <a:pt x="40810" y="119633"/>
                    <a:pt x="72405" y="102543"/>
                    <a:pt x="102684" y="85452"/>
                  </a:cubicBezTo>
                  <a:cubicBezTo>
                    <a:pt x="102684" y="85452"/>
                    <a:pt x="102684" y="85452"/>
                    <a:pt x="102684" y="22349"/>
                  </a:cubicBezTo>
                  <a:cubicBezTo>
                    <a:pt x="102684" y="10517"/>
                    <a:pt x="113216" y="0"/>
                    <a:pt x="125064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356418" y="2576493"/>
            <a:ext cx="1713162" cy="1713162"/>
            <a:chOff x="1638720" y="1801206"/>
            <a:chExt cx="1285875" cy="1285875"/>
          </a:xfrm>
        </p:grpSpPr>
        <p:grpSp>
          <p:nvGrpSpPr>
            <p:cNvPr id="20" name="组合 19"/>
            <p:cNvGrpSpPr/>
            <p:nvPr/>
          </p:nvGrpSpPr>
          <p:grpSpPr>
            <a:xfrm>
              <a:off x="1638720" y="1801206"/>
              <a:ext cx="1285875" cy="1285875"/>
              <a:chOff x="1638720" y="1801206"/>
              <a:chExt cx="1285875" cy="1285875"/>
            </a:xfrm>
          </p:grpSpPr>
          <p:sp>
            <p:nvSpPr>
              <p:cNvPr id="22" name="菱形 21"/>
              <p:cNvSpPr/>
              <p:nvPr/>
            </p:nvSpPr>
            <p:spPr>
              <a:xfrm>
                <a:off x="1638720" y="1801206"/>
                <a:ext cx="1285875" cy="1285875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3200">
                  <a:solidFill>
                    <a:schemeClr val="bg1">
                      <a:lumMod val="50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3" name="菱形 22"/>
              <p:cNvSpPr/>
              <p:nvPr/>
            </p:nvSpPr>
            <p:spPr>
              <a:xfrm>
                <a:off x="1835194" y="2001841"/>
                <a:ext cx="892926" cy="892926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3200">
                  <a:solidFill>
                    <a:schemeClr val="bg1">
                      <a:lumMod val="50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1" name="任意多边形: 形状 24"/>
            <p:cNvSpPr/>
            <p:nvPr/>
          </p:nvSpPr>
          <p:spPr>
            <a:xfrm>
              <a:off x="2088308" y="2275818"/>
              <a:ext cx="332930" cy="330117"/>
            </a:xfrm>
            <a:custGeom>
              <a:avLst/>
              <a:gdLst>
                <a:gd name="connsiteX0" fmla="*/ 192254 w 338138"/>
                <a:gd name="connsiteY0" fmla="*/ 135421 h 335282"/>
                <a:gd name="connsiteX1" fmla="*/ 152810 w 338138"/>
                <a:gd name="connsiteY1" fmla="*/ 151158 h 335282"/>
                <a:gd name="connsiteX2" fmla="*/ 152810 w 338138"/>
                <a:gd name="connsiteY2" fmla="*/ 229842 h 335282"/>
                <a:gd name="connsiteX3" fmla="*/ 232697 w 338138"/>
                <a:gd name="connsiteY3" fmla="*/ 229842 h 335282"/>
                <a:gd name="connsiteX4" fmla="*/ 232697 w 338138"/>
                <a:gd name="connsiteY4" fmla="*/ 151158 h 335282"/>
                <a:gd name="connsiteX5" fmla="*/ 192254 w 338138"/>
                <a:gd name="connsiteY5" fmla="*/ 135421 h 335282"/>
                <a:gd name="connsiteX6" fmla="*/ 238125 w 338138"/>
                <a:gd name="connsiteY6" fmla="*/ 69850 h 335282"/>
                <a:gd name="connsiteX7" fmla="*/ 225425 w 338138"/>
                <a:gd name="connsiteY7" fmla="*/ 80963 h 335282"/>
                <a:gd name="connsiteX8" fmla="*/ 238125 w 338138"/>
                <a:gd name="connsiteY8" fmla="*/ 92076 h 335282"/>
                <a:gd name="connsiteX9" fmla="*/ 250825 w 338138"/>
                <a:gd name="connsiteY9" fmla="*/ 80963 h 335282"/>
                <a:gd name="connsiteX10" fmla="*/ 238125 w 338138"/>
                <a:gd name="connsiteY10" fmla="*/ 69850 h 335282"/>
                <a:gd name="connsiteX11" fmla="*/ 214313 w 338138"/>
                <a:gd name="connsiteY11" fmla="*/ 57150 h 335282"/>
                <a:gd name="connsiteX12" fmla="*/ 263526 w 338138"/>
                <a:gd name="connsiteY12" fmla="*/ 57150 h 335282"/>
                <a:gd name="connsiteX13" fmla="*/ 263526 w 338138"/>
                <a:gd name="connsiteY13" fmla="*/ 106363 h 335282"/>
                <a:gd name="connsiteX14" fmla="*/ 214313 w 338138"/>
                <a:gd name="connsiteY14" fmla="*/ 106363 h 335282"/>
                <a:gd name="connsiteX15" fmla="*/ 49213 w 338138"/>
                <a:gd name="connsiteY15" fmla="*/ 57150 h 335282"/>
                <a:gd name="connsiteX16" fmla="*/ 195263 w 338138"/>
                <a:gd name="connsiteY16" fmla="*/ 57150 h 335282"/>
                <a:gd name="connsiteX17" fmla="*/ 195263 w 338138"/>
                <a:gd name="connsiteY17" fmla="*/ 106363 h 335282"/>
                <a:gd name="connsiteX18" fmla="*/ 49213 w 338138"/>
                <a:gd name="connsiteY18" fmla="*/ 106363 h 335282"/>
                <a:gd name="connsiteX19" fmla="*/ 22225 w 338138"/>
                <a:gd name="connsiteY19" fmla="*/ 28575 h 335282"/>
                <a:gd name="connsiteX20" fmla="*/ 22225 w 338138"/>
                <a:gd name="connsiteY20" fmla="*/ 269875 h 335282"/>
                <a:gd name="connsiteX21" fmla="*/ 241853 w 338138"/>
                <a:gd name="connsiteY21" fmla="*/ 269875 h 335282"/>
                <a:gd name="connsiteX22" fmla="*/ 247114 w 338138"/>
                <a:gd name="connsiteY22" fmla="*/ 259384 h 335282"/>
                <a:gd name="connsiteX23" fmla="*/ 233962 w 338138"/>
                <a:gd name="connsiteY23" fmla="*/ 248892 h 335282"/>
                <a:gd name="connsiteX24" fmla="*/ 155054 w 338138"/>
                <a:gd name="connsiteY24" fmla="*/ 251515 h 335282"/>
                <a:gd name="connsiteX25" fmla="*/ 49843 w 338138"/>
                <a:gd name="connsiteY25" fmla="*/ 251515 h 335282"/>
                <a:gd name="connsiteX26" fmla="*/ 49843 w 338138"/>
                <a:gd name="connsiteY26" fmla="*/ 231844 h 335282"/>
                <a:gd name="connsiteX27" fmla="*/ 135327 w 338138"/>
                <a:gd name="connsiteY27" fmla="*/ 231844 h 335282"/>
                <a:gd name="connsiteX28" fmla="*/ 122175 w 338138"/>
                <a:gd name="connsiteY28" fmla="*/ 201682 h 335282"/>
                <a:gd name="connsiteX29" fmla="*/ 49843 w 338138"/>
                <a:gd name="connsiteY29" fmla="*/ 201682 h 335282"/>
                <a:gd name="connsiteX30" fmla="*/ 49843 w 338138"/>
                <a:gd name="connsiteY30" fmla="*/ 183322 h 335282"/>
                <a:gd name="connsiteX31" fmla="*/ 120860 w 338138"/>
                <a:gd name="connsiteY31" fmla="*/ 183322 h 335282"/>
                <a:gd name="connsiteX32" fmla="*/ 131381 w 338138"/>
                <a:gd name="connsiteY32" fmla="*/ 153159 h 335282"/>
                <a:gd name="connsiteX33" fmla="*/ 49843 w 338138"/>
                <a:gd name="connsiteY33" fmla="*/ 153159 h 335282"/>
                <a:gd name="connsiteX34" fmla="*/ 49843 w 338138"/>
                <a:gd name="connsiteY34" fmla="*/ 134800 h 335282"/>
                <a:gd name="connsiteX35" fmla="*/ 147163 w 338138"/>
                <a:gd name="connsiteY35" fmla="*/ 134800 h 335282"/>
                <a:gd name="connsiteX36" fmla="*/ 243168 w 338138"/>
                <a:gd name="connsiteY36" fmla="*/ 138734 h 335282"/>
                <a:gd name="connsiteX37" fmla="*/ 251059 w 338138"/>
                <a:gd name="connsiteY37" fmla="*/ 231844 h 335282"/>
                <a:gd name="connsiteX38" fmla="*/ 264210 w 338138"/>
                <a:gd name="connsiteY38" fmla="*/ 243647 h 335282"/>
                <a:gd name="connsiteX39" fmla="*/ 272101 w 338138"/>
                <a:gd name="connsiteY39" fmla="*/ 238401 h 335282"/>
                <a:gd name="connsiteX40" fmla="*/ 290513 w 338138"/>
                <a:gd name="connsiteY40" fmla="*/ 256761 h 335282"/>
                <a:gd name="connsiteX41" fmla="*/ 290513 w 338138"/>
                <a:gd name="connsiteY41" fmla="*/ 28575 h 335282"/>
                <a:gd name="connsiteX42" fmla="*/ 22225 w 338138"/>
                <a:gd name="connsiteY42" fmla="*/ 28575 h 335282"/>
                <a:gd name="connsiteX43" fmla="*/ 0 w 338138"/>
                <a:gd name="connsiteY43" fmla="*/ 0 h 335282"/>
                <a:gd name="connsiteX44" fmla="*/ 311721 w 338138"/>
                <a:gd name="connsiteY44" fmla="*/ 0 h 335282"/>
                <a:gd name="connsiteX45" fmla="*/ 311721 w 338138"/>
                <a:gd name="connsiteY45" fmla="*/ 278479 h 335282"/>
                <a:gd name="connsiteX46" fmla="*/ 338138 w 338138"/>
                <a:gd name="connsiteY46" fmla="*/ 304875 h 335282"/>
                <a:gd name="connsiteX47" fmla="*/ 330213 w 338138"/>
                <a:gd name="connsiteY47" fmla="*/ 325992 h 335282"/>
                <a:gd name="connsiteX48" fmla="*/ 307759 w 338138"/>
                <a:gd name="connsiteY48" fmla="*/ 335230 h 335282"/>
                <a:gd name="connsiteX49" fmla="*/ 262850 w 338138"/>
                <a:gd name="connsiteY49" fmla="*/ 291677 h 335282"/>
                <a:gd name="connsiteX50" fmla="*/ 0 w 338138"/>
                <a:gd name="connsiteY50" fmla="*/ 291677 h 335282"/>
                <a:gd name="connsiteX51" fmla="*/ 0 w 338138"/>
                <a:gd name="connsiteY51" fmla="*/ 0 h 33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5282">
                  <a:moveTo>
                    <a:pt x="192254" y="135421"/>
                  </a:moveTo>
                  <a:cubicBezTo>
                    <a:pt x="177774" y="135421"/>
                    <a:pt x="163461" y="140666"/>
                    <a:pt x="152810" y="151158"/>
                  </a:cubicBezTo>
                  <a:cubicBezTo>
                    <a:pt x="130175" y="173452"/>
                    <a:pt x="130175" y="207548"/>
                    <a:pt x="152810" y="229842"/>
                  </a:cubicBezTo>
                  <a:cubicBezTo>
                    <a:pt x="174113" y="250825"/>
                    <a:pt x="210062" y="250825"/>
                    <a:pt x="232697" y="229842"/>
                  </a:cubicBezTo>
                  <a:cubicBezTo>
                    <a:pt x="254000" y="207548"/>
                    <a:pt x="254000" y="173452"/>
                    <a:pt x="232697" y="151158"/>
                  </a:cubicBezTo>
                  <a:cubicBezTo>
                    <a:pt x="221379" y="140666"/>
                    <a:pt x="206733" y="135421"/>
                    <a:pt x="192254" y="135421"/>
                  </a:cubicBezTo>
                  <a:close/>
                  <a:moveTo>
                    <a:pt x="238125" y="69850"/>
                  </a:moveTo>
                  <a:cubicBezTo>
                    <a:pt x="231111" y="69850"/>
                    <a:pt x="225425" y="74825"/>
                    <a:pt x="225425" y="80963"/>
                  </a:cubicBezTo>
                  <a:cubicBezTo>
                    <a:pt x="225425" y="87101"/>
                    <a:pt x="231111" y="92076"/>
                    <a:pt x="238125" y="92076"/>
                  </a:cubicBezTo>
                  <a:cubicBezTo>
                    <a:pt x="245139" y="92076"/>
                    <a:pt x="250825" y="87101"/>
                    <a:pt x="250825" y="80963"/>
                  </a:cubicBezTo>
                  <a:cubicBezTo>
                    <a:pt x="250825" y="74825"/>
                    <a:pt x="245139" y="69850"/>
                    <a:pt x="238125" y="69850"/>
                  </a:cubicBezTo>
                  <a:close/>
                  <a:moveTo>
                    <a:pt x="214313" y="57150"/>
                  </a:moveTo>
                  <a:lnTo>
                    <a:pt x="263526" y="57150"/>
                  </a:lnTo>
                  <a:lnTo>
                    <a:pt x="263526" y="106363"/>
                  </a:lnTo>
                  <a:lnTo>
                    <a:pt x="214313" y="106363"/>
                  </a:lnTo>
                  <a:close/>
                  <a:moveTo>
                    <a:pt x="49213" y="57150"/>
                  </a:moveTo>
                  <a:lnTo>
                    <a:pt x="195263" y="57150"/>
                  </a:lnTo>
                  <a:lnTo>
                    <a:pt x="195263" y="106363"/>
                  </a:lnTo>
                  <a:lnTo>
                    <a:pt x="49213" y="106363"/>
                  </a:lnTo>
                  <a:close/>
                  <a:moveTo>
                    <a:pt x="22225" y="28575"/>
                  </a:moveTo>
                  <a:cubicBezTo>
                    <a:pt x="22225" y="28575"/>
                    <a:pt x="22225" y="28575"/>
                    <a:pt x="22225" y="269875"/>
                  </a:cubicBezTo>
                  <a:lnTo>
                    <a:pt x="241853" y="269875"/>
                  </a:lnTo>
                  <a:cubicBezTo>
                    <a:pt x="241853" y="269875"/>
                    <a:pt x="241853" y="269875"/>
                    <a:pt x="247114" y="259384"/>
                  </a:cubicBezTo>
                  <a:cubicBezTo>
                    <a:pt x="247114" y="259384"/>
                    <a:pt x="247114" y="259384"/>
                    <a:pt x="233962" y="248892"/>
                  </a:cubicBezTo>
                  <a:cubicBezTo>
                    <a:pt x="210289" y="264629"/>
                    <a:pt x="178726" y="265941"/>
                    <a:pt x="155054" y="251515"/>
                  </a:cubicBezTo>
                  <a:cubicBezTo>
                    <a:pt x="155054" y="251515"/>
                    <a:pt x="155054" y="251515"/>
                    <a:pt x="49843" y="251515"/>
                  </a:cubicBezTo>
                  <a:cubicBezTo>
                    <a:pt x="49843" y="251515"/>
                    <a:pt x="49843" y="251515"/>
                    <a:pt x="49843" y="231844"/>
                  </a:cubicBezTo>
                  <a:cubicBezTo>
                    <a:pt x="49843" y="231844"/>
                    <a:pt x="49843" y="231844"/>
                    <a:pt x="135327" y="231844"/>
                  </a:cubicBezTo>
                  <a:cubicBezTo>
                    <a:pt x="128751" y="222664"/>
                    <a:pt x="123490" y="213484"/>
                    <a:pt x="122175" y="201682"/>
                  </a:cubicBezTo>
                  <a:cubicBezTo>
                    <a:pt x="122175" y="201682"/>
                    <a:pt x="122175" y="201682"/>
                    <a:pt x="49843" y="201682"/>
                  </a:cubicBezTo>
                  <a:cubicBezTo>
                    <a:pt x="49843" y="201682"/>
                    <a:pt x="49843" y="201682"/>
                    <a:pt x="49843" y="183322"/>
                  </a:cubicBezTo>
                  <a:cubicBezTo>
                    <a:pt x="49843" y="183322"/>
                    <a:pt x="49843" y="183322"/>
                    <a:pt x="120860" y="183322"/>
                  </a:cubicBezTo>
                  <a:cubicBezTo>
                    <a:pt x="122175" y="172831"/>
                    <a:pt x="124806" y="162339"/>
                    <a:pt x="131381" y="153159"/>
                  </a:cubicBezTo>
                  <a:cubicBezTo>
                    <a:pt x="131381" y="153159"/>
                    <a:pt x="131381" y="153159"/>
                    <a:pt x="49843" y="153159"/>
                  </a:cubicBezTo>
                  <a:cubicBezTo>
                    <a:pt x="49843" y="153159"/>
                    <a:pt x="49843" y="153159"/>
                    <a:pt x="49843" y="134800"/>
                  </a:cubicBezTo>
                  <a:cubicBezTo>
                    <a:pt x="49843" y="134800"/>
                    <a:pt x="49843" y="134800"/>
                    <a:pt x="147163" y="134800"/>
                  </a:cubicBezTo>
                  <a:cubicBezTo>
                    <a:pt x="174781" y="111194"/>
                    <a:pt x="216865" y="112506"/>
                    <a:pt x="243168" y="138734"/>
                  </a:cubicBezTo>
                  <a:cubicBezTo>
                    <a:pt x="269471" y="164962"/>
                    <a:pt x="270786" y="202993"/>
                    <a:pt x="251059" y="231844"/>
                  </a:cubicBezTo>
                  <a:cubicBezTo>
                    <a:pt x="251059" y="231844"/>
                    <a:pt x="251059" y="231844"/>
                    <a:pt x="264210" y="243647"/>
                  </a:cubicBezTo>
                  <a:cubicBezTo>
                    <a:pt x="264210" y="243647"/>
                    <a:pt x="264210" y="243647"/>
                    <a:pt x="272101" y="238401"/>
                  </a:cubicBezTo>
                  <a:cubicBezTo>
                    <a:pt x="272101" y="238401"/>
                    <a:pt x="272101" y="238401"/>
                    <a:pt x="290513" y="256761"/>
                  </a:cubicBezTo>
                  <a:cubicBezTo>
                    <a:pt x="290513" y="256761"/>
                    <a:pt x="290513" y="256761"/>
                    <a:pt x="290513" y="28575"/>
                  </a:cubicBezTo>
                  <a:cubicBezTo>
                    <a:pt x="290513" y="28575"/>
                    <a:pt x="290513" y="28575"/>
                    <a:pt x="22225" y="28575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311721" y="0"/>
                  </a:cubicBezTo>
                  <a:cubicBezTo>
                    <a:pt x="311721" y="0"/>
                    <a:pt x="311721" y="0"/>
                    <a:pt x="311721" y="278479"/>
                  </a:cubicBezTo>
                  <a:cubicBezTo>
                    <a:pt x="311721" y="278479"/>
                    <a:pt x="311721" y="278479"/>
                    <a:pt x="338138" y="304875"/>
                  </a:cubicBezTo>
                  <a:cubicBezTo>
                    <a:pt x="338138" y="304875"/>
                    <a:pt x="338138" y="316753"/>
                    <a:pt x="330213" y="325992"/>
                  </a:cubicBezTo>
                  <a:cubicBezTo>
                    <a:pt x="320967" y="336550"/>
                    <a:pt x="307759" y="335230"/>
                    <a:pt x="307759" y="335230"/>
                  </a:cubicBezTo>
                  <a:cubicBezTo>
                    <a:pt x="307759" y="335230"/>
                    <a:pt x="307759" y="335230"/>
                    <a:pt x="262850" y="291677"/>
                  </a:cubicBezTo>
                  <a:cubicBezTo>
                    <a:pt x="262850" y="291677"/>
                    <a:pt x="262850" y="291677"/>
                    <a:pt x="0" y="291677"/>
                  </a:cubicBezTo>
                  <a:cubicBezTo>
                    <a:pt x="0" y="291677"/>
                    <a:pt x="0" y="29167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5795" y="3490614"/>
            <a:ext cx="1713162" cy="1713162"/>
            <a:chOff x="955219" y="2487334"/>
            <a:chExt cx="1285875" cy="1285875"/>
          </a:xfrm>
        </p:grpSpPr>
        <p:sp>
          <p:nvSpPr>
            <p:cNvPr id="25" name="菱形 24"/>
            <p:cNvSpPr/>
            <p:nvPr/>
          </p:nvSpPr>
          <p:spPr>
            <a:xfrm>
              <a:off x="955219" y="2487334"/>
              <a:ext cx="1285875" cy="1285875"/>
            </a:xfrm>
            <a:prstGeom prst="diamond">
              <a:avLst/>
            </a:prstGeom>
            <a:solidFill>
              <a:schemeClr val="accent3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149521" y="2688430"/>
              <a:ext cx="892926" cy="892926"/>
              <a:chOff x="1149521" y="2688430"/>
              <a:chExt cx="892926" cy="892926"/>
            </a:xfrm>
          </p:grpSpPr>
          <p:sp>
            <p:nvSpPr>
              <p:cNvPr id="27" name="菱形 26"/>
              <p:cNvSpPr/>
              <p:nvPr/>
            </p:nvSpPr>
            <p:spPr>
              <a:xfrm>
                <a:off x="1149521" y="2688430"/>
                <a:ext cx="892926" cy="892926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3200">
                  <a:solidFill>
                    <a:schemeClr val="bg1">
                      <a:lumMod val="50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任意多边形: 形状 25"/>
              <p:cNvSpPr/>
              <p:nvPr/>
            </p:nvSpPr>
            <p:spPr>
              <a:xfrm>
                <a:off x="1409702" y="2961000"/>
                <a:ext cx="318795" cy="332928"/>
              </a:xfrm>
              <a:custGeom>
                <a:avLst/>
                <a:gdLst>
                  <a:gd name="connsiteX0" fmla="*/ 293688 w 322263"/>
                  <a:gd name="connsiteY0" fmla="*/ 298450 h 336550"/>
                  <a:gd name="connsiteX1" fmla="*/ 293688 w 322263"/>
                  <a:gd name="connsiteY1" fmla="*/ 305019 h 336550"/>
                  <a:gd name="connsiteX2" fmla="*/ 261635 w 322263"/>
                  <a:gd name="connsiteY2" fmla="*/ 336550 h 336550"/>
                  <a:gd name="connsiteX3" fmla="*/ 241603 w 322263"/>
                  <a:gd name="connsiteY3" fmla="*/ 336550 h 336550"/>
                  <a:gd name="connsiteX4" fmla="*/ 209550 w 322263"/>
                  <a:gd name="connsiteY4" fmla="*/ 305019 h 336550"/>
                  <a:gd name="connsiteX5" fmla="*/ 209550 w 322263"/>
                  <a:gd name="connsiteY5" fmla="*/ 301078 h 336550"/>
                  <a:gd name="connsiteX6" fmla="*/ 277662 w 322263"/>
                  <a:gd name="connsiteY6" fmla="*/ 301078 h 336550"/>
                  <a:gd name="connsiteX7" fmla="*/ 293688 w 322263"/>
                  <a:gd name="connsiteY7" fmla="*/ 298450 h 336550"/>
                  <a:gd name="connsiteX8" fmla="*/ 28575 w 322263"/>
                  <a:gd name="connsiteY8" fmla="*/ 298450 h 336550"/>
                  <a:gd name="connsiteX9" fmla="*/ 44601 w 322263"/>
                  <a:gd name="connsiteY9" fmla="*/ 301078 h 336550"/>
                  <a:gd name="connsiteX10" fmla="*/ 112713 w 322263"/>
                  <a:gd name="connsiteY10" fmla="*/ 301078 h 336550"/>
                  <a:gd name="connsiteX11" fmla="*/ 112713 w 322263"/>
                  <a:gd name="connsiteY11" fmla="*/ 305019 h 336550"/>
                  <a:gd name="connsiteX12" fmla="*/ 80660 w 322263"/>
                  <a:gd name="connsiteY12" fmla="*/ 336550 h 336550"/>
                  <a:gd name="connsiteX13" fmla="*/ 60628 w 322263"/>
                  <a:gd name="connsiteY13" fmla="*/ 336550 h 336550"/>
                  <a:gd name="connsiteX14" fmla="*/ 28575 w 322263"/>
                  <a:gd name="connsiteY14" fmla="*/ 305019 h 336550"/>
                  <a:gd name="connsiteX15" fmla="*/ 28575 w 322263"/>
                  <a:gd name="connsiteY15" fmla="*/ 298450 h 336550"/>
                  <a:gd name="connsiteX16" fmla="*/ 233362 w 322263"/>
                  <a:gd name="connsiteY16" fmla="*/ 228600 h 336550"/>
                  <a:gd name="connsiteX17" fmla="*/ 273050 w 322263"/>
                  <a:gd name="connsiteY17" fmla="*/ 228600 h 336550"/>
                  <a:gd name="connsiteX18" fmla="*/ 273050 w 322263"/>
                  <a:gd name="connsiteY18" fmla="*/ 241300 h 336550"/>
                  <a:gd name="connsiteX19" fmla="*/ 233362 w 322263"/>
                  <a:gd name="connsiteY19" fmla="*/ 241300 h 336550"/>
                  <a:gd name="connsiteX20" fmla="*/ 49212 w 322263"/>
                  <a:gd name="connsiteY20" fmla="*/ 228600 h 336550"/>
                  <a:gd name="connsiteX21" fmla="*/ 88900 w 322263"/>
                  <a:gd name="connsiteY21" fmla="*/ 228600 h 336550"/>
                  <a:gd name="connsiteX22" fmla="*/ 88900 w 322263"/>
                  <a:gd name="connsiteY22" fmla="*/ 241300 h 336550"/>
                  <a:gd name="connsiteX23" fmla="*/ 49212 w 322263"/>
                  <a:gd name="connsiteY23" fmla="*/ 241300 h 336550"/>
                  <a:gd name="connsiteX24" fmla="*/ 228109 w 322263"/>
                  <a:gd name="connsiteY24" fmla="*/ 212725 h 336550"/>
                  <a:gd name="connsiteX25" fmla="*/ 217487 w 322263"/>
                  <a:gd name="connsiteY25" fmla="*/ 224912 h 336550"/>
                  <a:gd name="connsiteX26" fmla="*/ 217487 w 322263"/>
                  <a:gd name="connsiteY26" fmla="*/ 246577 h 336550"/>
                  <a:gd name="connsiteX27" fmla="*/ 228109 w 322263"/>
                  <a:gd name="connsiteY27" fmla="*/ 258763 h 336550"/>
                  <a:gd name="connsiteX28" fmla="*/ 278563 w 322263"/>
                  <a:gd name="connsiteY28" fmla="*/ 258763 h 336550"/>
                  <a:gd name="connsiteX29" fmla="*/ 290512 w 322263"/>
                  <a:gd name="connsiteY29" fmla="*/ 246577 h 336550"/>
                  <a:gd name="connsiteX30" fmla="*/ 290512 w 322263"/>
                  <a:gd name="connsiteY30" fmla="*/ 224912 h 336550"/>
                  <a:gd name="connsiteX31" fmla="*/ 278563 w 322263"/>
                  <a:gd name="connsiteY31" fmla="*/ 212725 h 336550"/>
                  <a:gd name="connsiteX32" fmla="*/ 228109 w 322263"/>
                  <a:gd name="connsiteY32" fmla="*/ 212725 h 336550"/>
                  <a:gd name="connsiteX33" fmla="*/ 43699 w 322263"/>
                  <a:gd name="connsiteY33" fmla="*/ 212725 h 336550"/>
                  <a:gd name="connsiteX34" fmla="*/ 31750 w 322263"/>
                  <a:gd name="connsiteY34" fmla="*/ 224912 h 336550"/>
                  <a:gd name="connsiteX35" fmla="*/ 31750 w 322263"/>
                  <a:gd name="connsiteY35" fmla="*/ 246577 h 336550"/>
                  <a:gd name="connsiteX36" fmla="*/ 43699 w 322263"/>
                  <a:gd name="connsiteY36" fmla="*/ 258763 h 336550"/>
                  <a:gd name="connsiteX37" fmla="*/ 94153 w 322263"/>
                  <a:gd name="connsiteY37" fmla="*/ 258763 h 336550"/>
                  <a:gd name="connsiteX38" fmla="*/ 104775 w 322263"/>
                  <a:gd name="connsiteY38" fmla="*/ 246577 h 336550"/>
                  <a:gd name="connsiteX39" fmla="*/ 104775 w 322263"/>
                  <a:gd name="connsiteY39" fmla="*/ 224912 h 336550"/>
                  <a:gd name="connsiteX40" fmla="*/ 94153 w 322263"/>
                  <a:gd name="connsiteY40" fmla="*/ 212725 h 336550"/>
                  <a:gd name="connsiteX41" fmla="*/ 43699 w 322263"/>
                  <a:gd name="connsiteY41" fmla="*/ 212725 h 336550"/>
                  <a:gd name="connsiteX42" fmla="*/ 44905 w 322263"/>
                  <a:gd name="connsiteY42" fmla="*/ 184150 h 336550"/>
                  <a:gd name="connsiteX43" fmla="*/ 277358 w 322263"/>
                  <a:gd name="connsiteY43" fmla="*/ 184150 h 336550"/>
                  <a:gd name="connsiteX44" fmla="*/ 322263 w 322263"/>
                  <a:gd name="connsiteY44" fmla="*/ 228893 h 336550"/>
                  <a:gd name="connsiteX45" fmla="*/ 322263 w 322263"/>
                  <a:gd name="connsiteY45" fmla="*/ 239421 h 336550"/>
                  <a:gd name="connsiteX46" fmla="*/ 277358 w 322263"/>
                  <a:gd name="connsiteY46" fmla="*/ 284163 h 336550"/>
                  <a:gd name="connsiteX47" fmla="*/ 44905 w 322263"/>
                  <a:gd name="connsiteY47" fmla="*/ 284163 h 336550"/>
                  <a:gd name="connsiteX48" fmla="*/ 0 w 322263"/>
                  <a:gd name="connsiteY48" fmla="*/ 239421 h 336550"/>
                  <a:gd name="connsiteX49" fmla="*/ 0 w 322263"/>
                  <a:gd name="connsiteY49" fmla="*/ 228893 h 336550"/>
                  <a:gd name="connsiteX50" fmla="*/ 44905 w 322263"/>
                  <a:gd name="connsiteY50" fmla="*/ 184150 h 336550"/>
                  <a:gd name="connsiteX51" fmla="*/ 100909 w 322263"/>
                  <a:gd name="connsiteY51" fmla="*/ 112712 h 336550"/>
                  <a:gd name="connsiteX52" fmla="*/ 221354 w 322263"/>
                  <a:gd name="connsiteY52" fmla="*/ 112712 h 336550"/>
                  <a:gd name="connsiteX53" fmla="*/ 242300 w 322263"/>
                  <a:gd name="connsiteY53" fmla="*/ 125563 h 336550"/>
                  <a:gd name="connsiteX54" fmla="*/ 259320 w 322263"/>
                  <a:gd name="connsiteY54" fmla="*/ 158977 h 336550"/>
                  <a:gd name="connsiteX55" fmla="*/ 254083 w 322263"/>
                  <a:gd name="connsiteY55" fmla="*/ 166687 h 336550"/>
                  <a:gd name="connsiteX56" fmla="*/ 68180 w 322263"/>
                  <a:gd name="connsiteY56" fmla="*/ 166687 h 336550"/>
                  <a:gd name="connsiteX57" fmla="*/ 62943 w 322263"/>
                  <a:gd name="connsiteY57" fmla="*/ 158977 h 336550"/>
                  <a:gd name="connsiteX58" fmla="*/ 79963 w 322263"/>
                  <a:gd name="connsiteY58" fmla="*/ 125563 h 336550"/>
                  <a:gd name="connsiteX59" fmla="*/ 100909 w 322263"/>
                  <a:gd name="connsiteY59" fmla="*/ 112712 h 336550"/>
                  <a:gd name="connsiteX60" fmla="*/ 209688 w 322263"/>
                  <a:gd name="connsiteY60" fmla="*/ 60325 h 336550"/>
                  <a:gd name="connsiteX61" fmla="*/ 222112 w 322263"/>
                  <a:gd name="connsiteY61" fmla="*/ 60325 h 336550"/>
                  <a:gd name="connsiteX62" fmla="*/ 231775 w 322263"/>
                  <a:gd name="connsiteY62" fmla="*/ 69850 h 336550"/>
                  <a:gd name="connsiteX63" fmla="*/ 222112 w 322263"/>
                  <a:gd name="connsiteY63" fmla="*/ 79375 h 336550"/>
                  <a:gd name="connsiteX64" fmla="*/ 209688 w 322263"/>
                  <a:gd name="connsiteY64" fmla="*/ 79375 h 336550"/>
                  <a:gd name="connsiteX65" fmla="*/ 200025 w 322263"/>
                  <a:gd name="connsiteY65" fmla="*/ 69850 h 336550"/>
                  <a:gd name="connsiteX66" fmla="*/ 209688 w 322263"/>
                  <a:gd name="connsiteY66" fmla="*/ 60325 h 336550"/>
                  <a:gd name="connsiteX67" fmla="*/ 101255 w 322263"/>
                  <a:gd name="connsiteY67" fmla="*/ 60325 h 336550"/>
                  <a:gd name="connsiteX68" fmla="*/ 113058 w 322263"/>
                  <a:gd name="connsiteY68" fmla="*/ 60325 h 336550"/>
                  <a:gd name="connsiteX69" fmla="*/ 122238 w 322263"/>
                  <a:gd name="connsiteY69" fmla="*/ 69850 h 336550"/>
                  <a:gd name="connsiteX70" fmla="*/ 113058 w 322263"/>
                  <a:gd name="connsiteY70" fmla="*/ 79375 h 336550"/>
                  <a:gd name="connsiteX71" fmla="*/ 101255 w 322263"/>
                  <a:gd name="connsiteY71" fmla="*/ 79375 h 336550"/>
                  <a:gd name="connsiteX72" fmla="*/ 92075 w 322263"/>
                  <a:gd name="connsiteY72" fmla="*/ 69850 h 336550"/>
                  <a:gd name="connsiteX73" fmla="*/ 101255 w 322263"/>
                  <a:gd name="connsiteY73" fmla="*/ 60325 h 336550"/>
                  <a:gd name="connsiteX74" fmla="*/ 161132 w 322263"/>
                  <a:gd name="connsiteY74" fmla="*/ 34925 h 336550"/>
                  <a:gd name="connsiteX75" fmla="*/ 195263 w 322263"/>
                  <a:gd name="connsiteY75" fmla="*/ 69920 h 336550"/>
                  <a:gd name="connsiteX76" fmla="*/ 195263 w 322263"/>
                  <a:gd name="connsiteY76" fmla="*/ 86071 h 336550"/>
                  <a:gd name="connsiteX77" fmla="*/ 184761 w 322263"/>
                  <a:gd name="connsiteY77" fmla="*/ 96838 h 336550"/>
                  <a:gd name="connsiteX78" fmla="*/ 137502 w 322263"/>
                  <a:gd name="connsiteY78" fmla="*/ 96838 h 336550"/>
                  <a:gd name="connsiteX79" fmla="*/ 127000 w 322263"/>
                  <a:gd name="connsiteY79" fmla="*/ 86071 h 336550"/>
                  <a:gd name="connsiteX80" fmla="*/ 127000 w 322263"/>
                  <a:gd name="connsiteY80" fmla="*/ 69920 h 336550"/>
                  <a:gd name="connsiteX81" fmla="*/ 161132 w 322263"/>
                  <a:gd name="connsiteY81" fmla="*/ 34925 h 336550"/>
                  <a:gd name="connsiteX82" fmla="*/ 196771 w 322263"/>
                  <a:gd name="connsiteY82" fmla="*/ 21272 h 336550"/>
                  <a:gd name="connsiteX83" fmla="*/ 210265 w 322263"/>
                  <a:gd name="connsiteY83" fmla="*/ 21272 h 336550"/>
                  <a:gd name="connsiteX84" fmla="*/ 210265 w 322263"/>
                  <a:gd name="connsiteY84" fmla="*/ 33972 h 336550"/>
                  <a:gd name="connsiteX85" fmla="*/ 204867 w 322263"/>
                  <a:gd name="connsiteY85" fmla="*/ 39052 h 336550"/>
                  <a:gd name="connsiteX86" fmla="*/ 196771 w 322263"/>
                  <a:gd name="connsiteY86" fmla="*/ 42862 h 336550"/>
                  <a:gd name="connsiteX87" fmla="*/ 190024 w 322263"/>
                  <a:gd name="connsiteY87" fmla="*/ 39052 h 336550"/>
                  <a:gd name="connsiteX88" fmla="*/ 190024 w 322263"/>
                  <a:gd name="connsiteY88" fmla="*/ 26352 h 336550"/>
                  <a:gd name="connsiteX89" fmla="*/ 196771 w 322263"/>
                  <a:gd name="connsiteY89" fmla="*/ 21272 h 336550"/>
                  <a:gd name="connsiteX90" fmla="*/ 111998 w 322263"/>
                  <a:gd name="connsiteY90" fmla="*/ 21272 h 336550"/>
                  <a:gd name="connsiteX91" fmla="*/ 125492 w 322263"/>
                  <a:gd name="connsiteY91" fmla="*/ 21272 h 336550"/>
                  <a:gd name="connsiteX92" fmla="*/ 132239 w 322263"/>
                  <a:gd name="connsiteY92" fmla="*/ 26352 h 336550"/>
                  <a:gd name="connsiteX93" fmla="*/ 132239 w 322263"/>
                  <a:gd name="connsiteY93" fmla="*/ 39052 h 336550"/>
                  <a:gd name="connsiteX94" fmla="*/ 125492 w 322263"/>
                  <a:gd name="connsiteY94" fmla="*/ 42862 h 336550"/>
                  <a:gd name="connsiteX95" fmla="*/ 117396 w 322263"/>
                  <a:gd name="connsiteY95" fmla="*/ 39052 h 336550"/>
                  <a:gd name="connsiteX96" fmla="*/ 111998 w 322263"/>
                  <a:gd name="connsiteY96" fmla="*/ 33972 h 336550"/>
                  <a:gd name="connsiteX97" fmla="*/ 111998 w 322263"/>
                  <a:gd name="connsiteY97" fmla="*/ 21272 h 336550"/>
                  <a:gd name="connsiteX98" fmla="*/ 161132 w 322263"/>
                  <a:gd name="connsiteY98" fmla="*/ 0 h 336550"/>
                  <a:gd name="connsiteX99" fmla="*/ 169863 w 322263"/>
                  <a:gd name="connsiteY99" fmla="*/ 9180 h 336550"/>
                  <a:gd name="connsiteX100" fmla="*/ 169863 w 322263"/>
                  <a:gd name="connsiteY100" fmla="*/ 20983 h 336550"/>
                  <a:gd name="connsiteX101" fmla="*/ 161132 w 322263"/>
                  <a:gd name="connsiteY101" fmla="*/ 30163 h 336550"/>
                  <a:gd name="connsiteX102" fmla="*/ 152400 w 322263"/>
                  <a:gd name="connsiteY102" fmla="*/ 20983 h 336550"/>
                  <a:gd name="connsiteX103" fmla="*/ 152400 w 322263"/>
                  <a:gd name="connsiteY103" fmla="*/ 9180 h 336550"/>
                  <a:gd name="connsiteX104" fmla="*/ 161132 w 322263"/>
                  <a:gd name="connsiteY104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322263" h="336550">
                    <a:moveTo>
                      <a:pt x="293688" y="298450"/>
                    </a:moveTo>
                    <a:cubicBezTo>
                      <a:pt x="293688" y="298450"/>
                      <a:pt x="293688" y="298450"/>
                      <a:pt x="293688" y="305019"/>
                    </a:cubicBezTo>
                    <a:cubicBezTo>
                      <a:pt x="293688" y="322099"/>
                      <a:pt x="280333" y="336550"/>
                      <a:pt x="261635" y="336550"/>
                    </a:cubicBezTo>
                    <a:cubicBezTo>
                      <a:pt x="261635" y="336550"/>
                      <a:pt x="261635" y="336550"/>
                      <a:pt x="241603" y="336550"/>
                    </a:cubicBezTo>
                    <a:cubicBezTo>
                      <a:pt x="224241" y="336550"/>
                      <a:pt x="209550" y="322099"/>
                      <a:pt x="209550" y="305019"/>
                    </a:cubicBezTo>
                    <a:cubicBezTo>
                      <a:pt x="209550" y="305019"/>
                      <a:pt x="209550" y="305019"/>
                      <a:pt x="209550" y="301078"/>
                    </a:cubicBezTo>
                    <a:lnTo>
                      <a:pt x="277662" y="301078"/>
                    </a:lnTo>
                    <a:cubicBezTo>
                      <a:pt x="283004" y="301078"/>
                      <a:pt x="289681" y="299764"/>
                      <a:pt x="293688" y="298450"/>
                    </a:cubicBezTo>
                    <a:close/>
                    <a:moveTo>
                      <a:pt x="28575" y="298450"/>
                    </a:moveTo>
                    <a:cubicBezTo>
                      <a:pt x="32582" y="299764"/>
                      <a:pt x="39259" y="301078"/>
                      <a:pt x="44601" y="301078"/>
                    </a:cubicBezTo>
                    <a:cubicBezTo>
                      <a:pt x="44601" y="301078"/>
                      <a:pt x="44601" y="301078"/>
                      <a:pt x="112713" y="301078"/>
                    </a:cubicBezTo>
                    <a:cubicBezTo>
                      <a:pt x="112713" y="301078"/>
                      <a:pt x="112713" y="301078"/>
                      <a:pt x="112713" y="305019"/>
                    </a:cubicBezTo>
                    <a:cubicBezTo>
                      <a:pt x="112713" y="322099"/>
                      <a:pt x="98022" y="336550"/>
                      <a:pt x="80660" y="336550"/>
                    </a:cubicBezTo>
                    <a:cubicBezTo>
                      <a:pt x="80660" y="336550"/>
                      <a:pt x="80660" y="336550"/>
                      <a:pt x="60628" y="336550"/>
                    </a:cubicBezTo>
                    <a:cubicBezTo>
                      <a:pt x="41930" y="336550"/>
                      <a:pt x="28575" y="322099"/>
                      <a:pt x="28575" y="305019"/>
                    </a:cubicBezTo>
                    <a:cubicBezTo>
                      <a:pt x="28575" y="305019"/>
                      <a:pt x="28575" y="305019"/>
                      <a:pt x="28575" y="298450"/>
                    </a:cubicBezTo>
                    <a:close/>
                    <a:moveTo>
                      <a:pt x="233362" y="228600"/>
                    </a:moveTo>
                    <a:lnTo>
                      <a:pt x="273050" y="228600"/>
                    </a:lnTo>
                    <a:lnTo>
                      <a:pt x="273050" y="241300"/>
                    </a:lnTo>
                    <a:lnTo>
                      <a:pt x="233362" y="241300"/>
                    </a:lnTo>
                    <a:close/>
                    <a:moveTo>
                      <a:pt x="49212" y="228600"/>
                    </a:moveTo>
                    <a:lnTo>
                      <a:pt x="88900" y="228600"/>
                    </a:lnTo>
                    <a:lnTo>
                      <a:pt x="88900" y="241300"/>
                    </a:lnTo>
                    <a:lnTo>
                      <a:pt x="49212" y="241300"/>
                    </a:lnTo>
                    <a:close/>
                    <a:moveTo>
                      <a:pt x="228109" y="212725"/>
                    </a:moveTo>
                    <a:cubicBezTo>
                      <a:pt x="222798" y="212725"/>
                      <a:pt x="217487" y="218141"/>
                      <a:pt x="217487" y="224912"/>
                    </a:cubicBezTo>
                    <a:cubicBezTo>
                      <a:pt x="217487" y="224912"/>
                      <a:pt x="217487" y="224912"/>
                      <a:pt x="217487" y="246577"/>
                    </a:cubicBezTo>
                    <a:cubicBezTo>
                      <a:pt x="217487" y="253347"/>
                      <a:pt x="222798" y="258763"/>
                      <a:pt x="228109" y="258763"/>
                    </a:cubicBezTo>
                    <a:cubicBezTo>
                      <a:pt x="228109" y="258763"/>
                      <a:pt x="228109" y="258763"/>
                      <a:pt x="278563" y="258763"/>
                    </a:cubicBezTo>
                    <a:cubicBezTo>
                      <a:pt x="285201" y="258763"/>
                      <a:pt x="290512" y="253347"/>
                      <a:pt x="290512" y="246577"/>
                    </a:cubicBezTo>
                    <a:lnTo>
                      <a:pt x="290512" y="224912"/>
                    </a:lnTo>
                    <a:cubicBezTo>
                      <a:pt x="290512" y="218141"/>
                      <a:pt x="285201" y="212725"/>
                      <a:pt x="278563" y="212725"/>
                    </a:cubicBezTo>
                    <a:cubicBezTo>
                      <a:pt x="278563" y="212725"/>
                      <a:pt x="278563" y="212725"/>
                      <a:pt x="228109" y="212725"/>
                    </a:cubicBezTo>
                    <a:close/>
                    <a:moveTo>
                      <a:pt x="43699" y="212725"/>
                    </a:moveTo>
                    <a:cubicBezTo>
                      <a:pt x="37061" y="212725"/>
                      <a:pt x="31750" y="218141"/>
                      <a:pt x="31750" y="224912"/>
                    </a:cubicBezTo>
                    <a:cubicBezTo>
                      <a:pt x="31750" y="224912"/>
                      <a:pt x="31750" y="224912"/>
                      <a:pt x="31750" y="246577"/>
                    </a:cubicBezTo>
                    <a:cubicBezTo>
                      <a:pt x="31750" y="253347"/>
                      <a:pt x="37061" y="258763"/>
                      <a:pt x="43699" y="258763"/>
                    </a:cubicBezTo>
                    <a:cubicBezTo>
                      <a:pt x="43699" y="258763"/>
                      <a:pt x="43699" y="258763"/>
                      <a:pt x="94153" y="258763"/>
                    </a:cubicBezTo>
                    <a:cubicBezTo>
                      <a:pt x="99464" y="258763"/>
                      <a:pt x="104775" y="253347"/>
                      <a:pt x="104775" y="246577"/>
                    </a:cubicBezTo>
                    <a:lnTo>
                      <a:pt x="104775" y="224912"/>
                    </a:lnTo>
                    <a:cubicBezTo>
                      <a:pt x="104775" y="218141"/>
                      <a:pt x="99464" y="212725"/>
                      <a:pt x="94153" y="212725"/>
                    </a:cubicBezTo>
                    <a:cubicBezTo>
                      <a:pt x="94153" y="212725"/>
                      <a:pt x="94153" y="212725"/>
                      <a:pt x="43699" y="212725"/>
                    </a:cubicBezTo>
                    <a:close/>
                    <a:moveTo>
                      <a:pt x="44905" y="184150"/>
                    </a:moveTo>
                    <a:cubicBezTo>
                      <a:pt x="44905" y="184150"/>
                      <a:pt x="44905" y="184150"/>
                      <a:pt x="277358" y="184150"/>
                    </a:cubicBezTo>
                    <a:cubicBezTo>
                      <a:pt x="302452" y="184150"/>
                      <a:pt x="322263" y="203890"/>
                      <a:pt x="322263" y="228893"/>
                    </a:cubicBezTo>
                    <a:cubicBezTo>
                      <a:pt x="322263" y="228893"/>
                      <a:pt x="322263" y="228893"/>
                      <a:pt x="322263" y="239421"/>
                    </a:cubicBezTo>
                    <a:cubicBezTo>
                      <a:pt x="322263" y="264424"/>
                      <a:pt x="302452" y="284163"/>
                      <a:pt x="277358" y="284163"/>
                    </a:cubicBezTo>
                    <a:cubicBezTo>
                      <a:pt x="277358" y="284163"/>
                      <a:pt x="277358" y="284163"/>
                      <a:pt x="44905" y="284163"/>
                    </a:cubicBezTo>
                    <a:cubicBezTo>
                      <a:pt x="19811" y="284163"/>
                      <a:pt x="0" y="264424"/>
                      <a:pt x="0" y="239421"/>
                    </a:cubicBezTo>
                    <a:cubicBezTo>
                      <a:pt x="0" y="239421"/>
                      <a:pt x="0" y="239421"/>
                      <a:pt x="0" y="228893"/>
                    </a:cubicBezTo>
                    <a:cubicBezTo>
                      <a:pt x="0" y="203890"/>
                      <a:pt x="19811" y="184150"/>
                      <a:pt x="44905" y="184150"/>
                    </a:cubicBezTo>
                    <a:close/>
                    <a:moveTo>
                      <a:pt x="100909" y="112712"/>
                    </a:moveTo>
                    <a:cubicBezTo>
                      <a:pt x="100909" y="112712"/>
                      <a:pt x="100909" y="112712"/>
                      <a:pt x="221354" y="112712"/>
                    </a:cubicBezTo>
                    <a:cubicBezTo>
                      <a:pt x="229209" y="112712"/>
                      <a:pt x="239682" y="119138"/>
                      <a:pt x="242300" y="125563"/>
                    </a:cubicBezTo>
                    <a:lnTo>
                      <a:pt x="259320" y="158977"/>
                    </a:lnTo>
                    <a:cubicBezTo>
                      <a:pt x="261938" y="162832"/>
                      <a:pt x="259320" y="166687"/>
                      <a:pt x="254083" y="166687"/>
                    </a:cubicBezTo>
                    <a:cubicBezTo>
                      <a:pt x="254083" y="166687"/>
                      <a:pt x="254083" y="166687"/>
                      <a:pt x="68180" y="166687"/>
                    </a:cubicBezTo>
                    <a:cubicBezTo>
                      <a:pt x="62943" y="166687"/>
                      <a:pt x="60325" y="162832"/>
                      <a:pt x="62943" y="158977"/>
                    </a:cubicBezTo>
                    <a:cubicBezTo>
                      <a:pt x="62943" y="158977"/>
                      <a:pt x="62943" y="158977"/>
                      <a:pt x="79963" y="125563"/>
                    </a:cubicBezTo>
                    <a:cubicBezTo>
                      <a:pt x="82581" y="119138"/>
                      <a:pt x="93054" y="112712"/>
                      <a:pt x="100909" y="112712"/>
                    </a:cubicBezTo>
                    <a:close/>
                    <a:moveTo>
                      <a:pt x="209688" y="60325"/>
                    </a:moveTo>
                    <a:cubicBezTo>
                      <a:pt x="209688" y="60325"/>
                      <a:pt x="209688" y="60325"/>
                      <a:pt x="222112" y="60325"/>
                    </a:cubicBezTo>
                    <a:cubicBezTo>
                      <a:pt x="227634" y="60325"/>
                      <a:pt x="231775" y="64407"/>
                      <a:pt x="231775" y="69850"/>
                    </a:cubicBezTo>
                    <a:cubicBezTo>
                      <a:pt x="231775" y="75293"/>
                      <a:pt x="227634" y="79375"/>
                      <a:pt x="222112" y="79375"/>
                    </a:cubicBezTo>
                    <a:cubicBezTo>
                      <a:pt x="222112" y="79375"/>
                      <a:pt x="222112" y="79375"/>
                      <a:pt x="209688" y="79375"/>
                    </a:cubicBezTo>
                    <a:cubicBezTo>
                      <a:pt x="204166" y="79375"/>
                      <a:pt x="200025" y="75293"/>
                      <a:pt x="200025" y="69850"/>
                    </a:cubicBezTo>
                    <a:cubicBezTo>
                      <a:pt x="200025" y="64407"/>
                      <a:pt x="204166" y="60325"/>
                      <a:pt x="209688" y="60325"/>
                    </a:cubicBezTo>
                    <a:close/>
                    <a:moveTo>
                      <a:pt x="101255" y="60325"/>
                    </a:moveTo>
                    <a:cubicBezTo>
                      <a:pt x="101255" y="60325"/>
                      <a:pt x="101255" y="60325"/>
                      <a:pt x="113058" y="60325"/>
                    </a:cubicBezTo>
                    <a:cubicBezTo>
                      <a:pt x="118304" y="60325"/>
                      <a:pt x="122238" y="64407"/>
                      <a:pt x="122238" y="69850"/>
                    </a:cubicBezTo>
                    <a:cubicBezTo>
                      <a:pt x="122238" y="75293"/>
                      <a:pt x="118304" y="79375"/>
                      <a:pt x="113058" y="79375"/>
                    </a:cubicBezTo>
                    <a:cubicBezTo>
                      <a:pt x="113058" y="79375"/>
                      <a:pt x="113058" y="79375"/>
                      <a:pt x="101255" y="79375"/>
                    </a:cubicBezTo>
                    <a:cubicBezTo>
                      <a:pt x="96009" y="79375"/>
                      <a:pt x="92075" y="75293"/>
                      <a:pt x="92075" y="69850"/>
                    </a:cubicBezTo>
                    <a:cubicBezTo>
                      <a:pt x="92075" y="64407"/>
                      <a:pt x="96009" y="60325"/>
                      <a:pt x="101255" y="60325"/>
                    </a:cubicBezTo>
                    <a:close/>
                    <a:moveTo>
                      <a:pt x="161132" y="34925"/>
                    </a:moveTo>
                    <a:cubicBezTo>
                      <a:pt x="179510" y="34925"/>
                      <a:pt x="195263" y="49731"/>
                      <a:pt x="195263" y="69920"/>
                    </a:cubicBezTo>
                    <a:lnTo>
                      <a:pt x="195263" y="86071"/>
                    </a:lnTo>
                    <a:cubicBezTo>
                      <a:pt x="195263" y="91455"/>
                      <a:pt x="190012" y="96838"/>
                      <a:pt x="184761" y="96838"/>
                    </a:cubicBezTo>
                    <a:cubicBezTo>
                      <a:pt x="184761" y="96838"/>
                      <a:pt x="184761" y="96838"/>
                      <a:pt x="137502" y="96838"/>
                    </a:cubicBezTo>
                    <a:cubicBezTo>
                      <a:pt x="132251" y="96838"/>
                      <a:pt x="127000" y="91455"/>
                      <a:pt x="127000" y="86071"/>
                    </a:cubicBezTo>
                    <a:cubicBezTo>
                      <a:pt x="127000" y="86071"/>
                      <a:pt x="127000" y="86071"/>
                      <a:pt x="127000" y="69920"/>
                    </a:cubicBezTo>
                    <a:cubicBezTo>
                      <a:pt x="127000" y="49731"/>
                      <a:pt x="142753" y="34925"/>
                      <a:pt x="161132" y="34925"/>
                    </a:cubicBezTo>
                    <a:close/>
                    <a:moveTo>
                      <a:pt x="196771" y="21272"/>
                    </a:moveTo>
                    <a:cubicBezTo>
                      <a:pt x="200819" y="17462"/>
                      <a:pt x="206217" y="17462"/>
                      <a:pt x="210265" y="21272"/>
                    </a:cubicBezTo>
                    <a:cubicBezTo>
                      <a:pt x="214313" y="25082"/>
                      <a:pt x="214313" y="30162"/>
                      <a:pt x="210265" y="33972"/>
                    </a:cubicBezTo>
                    <a:cubicBezTo>
                      <a:pt x="210265" y="33972"/>
                      <a:pt x="210265" y="33972"/>
                      <a:pt x="204867" y="39052"/>
                    </a:cubicBezTo>
                    <a:cubicBezTo>
                      <a:pt x="202168" y="41592"/>
                      <a:pt x="199470" y="42862"/>
                      <a:pt x="196771" y="42862"/>
                    </a:cubicBezTo>
                    <a:cubicBezTo>
                      <a:pt x="195421" y="42862"/>
                      <a:pt x="192723" y="41592"/>
                      <a:pt x="190024" y="39052"/>
                    </a:cubicBezTo>
                    <a:cubicBezTo>
                      <a:pt x="187325" y="36512"/>
                      <a:pt x="187325" y="30162"/>
                      <a:pt x="190024" y="26352"/>
                    </a:cubicBezTo>
                    <a:cubicBezTo>
                      <a:pt x="190024" y="26352"/>
                      <a:pt x="190024" y="26352"/>
                      <a:pt x="196771" y="21272"/>
                    </a:cubicBezTo>
                    <a:close/>
                    <a:moveTo>
                      <a:pt x="111998" y="21272"/>
                    </a:moveTo>
                    <a:cubicBezTo>
                      <a:pt x="116046" y="17462"/>
                      <a:pt x="121444" y="17462"/>
                      <a:pt x="125492" y="21272"/>
                    </a:cubicBezTo>
                    <a:cubicBezTo>
                      <a:pt x="125492" y="21272"/>
                      <a:pt x="125492" y="21272"/>
                      <a:pt x="132239" y="26352"/>
                    </a:cubicBezTo>
                    <a:cubicBezTo>
                      <a:pt x="134938" y="30162"/>
                      <a:pt x="134938" y="36512"/>
                      <a:pt x="132239" y="39052"/>
                    </a:cubicBezTo>
                    <a:cubicBezTo>
                      <a:pt x="129540" y="41592"/>
                      <a:pt x="126842" y="42862"/>
                      <a:pt x="125492" y="42862"/>
                    </a:cubicBezTo>
                    <a:cubicBezTo>
                      <a:pt x="122793" y="42862"/>
                      <a:pt x="120095" y="41592"/>
                      <a:pt x="117396" y="39052"/>
                    </a:cubicBezTo>
                    <a:lnTo>
                      <a:pt x="111998" y="33972"/>
                    </a:lnTo>
                    <a:cubicBezTo>
                      <a:pt x="107950" y="30162"/>
                      <a:pt x="107950" y="25082"/>
                      <a:pt x="111998" y="21272"/>
                    </a:cubicBezTo>
                    <a:close/>
                    <a:moveTo>
                      <a:pt x="161132" y="0"/>
                    </a:moveTo>
                    <a:cubicBezTo>
                      <a:pt x="166121" y="0"/>
                      <a:pt x="169863" y="3934"/>
                      <a:pt x="169863" y="9180"/>
                    </a:cubicBezTo>
                    <a:cubicBezTo>
                      <a:pt x="169863" y="9180"/>
                      <a:pt x="169863" y="9180"/>
                      <a:pt x="169863" y="20983"/>
                    </a:cubicBezTo>
                    <a:cubicBezTo>
                      <a:pt x="169863" y="26228"/>
                      <a:pt x="166121" y="30163"/>
                      <a:pt x="161132" y="30163"/>
                    </a:cubicBezTo>
                    <a:cubicBezTo>
                      <a:pt x="156142" y="30163"/>
                      <a:pt x="152400" y="26228"/>
                      <a:pt x="152400" y="20983"/>
                    </a:cubicBezTo>
                    <a:cubicBezTo>
                      <a:pt x="152400" y="20983"/>
                      <a:pt x="152400" y="20983"/>
                      <a:pt x="152400" y="9180"/>
                    </a:cubicBezTo>
                    <a:cubicBezTo>
                      <a:pt x="152400" y="3934"/>
                      <a:pt x="156142" y="0"/>
                      <a:pt x="161132" y="0"/>
                    </a:cubicBezTo>
                    <a:close/>
                  </a:path>
                </a:pathLst>
              </a:custGeom>
              <a:solidFill>
                <a:schemeClr val="accent3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3200">
                  <a:solidFill>
                    <a:schemeClr val="bg1">
                      <a:lumMod val="50000"/>
                    </a:schemeClr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356418" y="4410943"/>
            <a:ext cx="1713162" cy="1713162"/>
            <a:chOff x="1638720" y="3178120"/>
            <a:chExt cx="1285875" cy="1285875"/>
          </a:xfrm>
        </p:grpSpPr>
        <p:sp>
          <p:nvSpPr>
            <p:cNvPr id="30" name="菱形 29"/>
            <p:cNvSpPr/>
            <p:nvPr/>
          </p:nvSpPr>
          <p:spPr>
            <a:xfrm>
              <a:off x="1638720" y="3178120"/>
              <a:ext cx="1285875" cy="1285875"/>
            </a:xfrm>
            <a:prstGeom prst="diamond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32" name="菱形 31"/>
            <p:cNvSpPr/>
            <p:nvPr/>
          </p:nvSpPr>
          <p:spPr>
            <a:xfrm>
              <a:off x="1835194" y="3370134"/>
              <a:ext cx="892926" cy="892926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33" name="任意多边形: 形状 26"/>
            <p:cNvSpPr/>
            <p:nvPr/>
          </p:nvSpPr>
          <p:spPr>
            <a:xfrm>
              <a:off x="2088308" y="3666931"/>
              <a:ext cx="332930" cy="284475"/>
            </a:xfrm>
            <a:custGeom>
              <a:avLst/>
              <a:gdLst>
                <a:gd name="connsiteX0" fmla="*/ 137328 w 338137"/>
                <a:gd name="connsiteY0" fmla="*/ 214312 h 288925"/>
                <a:gd name="connsiteX1" fmla="*/ 133350 w 338137"/>
                <a:gd name="connsiteY1" fmla="*/ 218394 h 288925"/>
                <a:gd name="connsiteX2" fmla="*/ 137328 w 338137"/>
                <a:gd name="connsiteY2" fmla="*/ 223837 h 288925"/>
                <a:gd name="connsiteX3" fmla="*/ 250023 w 338137"/>
                <a:gd name="connsiteY3" fmla="*/ 223837 h 288925"/>
                <a:gd name="connsiteX4" fmla="*/ 254000 w 338137"/>
                <a:gd name="connsiteY4" fmla="*/ 218394 h 288925"/>
                <a:gd name="connsiteX5" fmla="*/ 250023 w 338137"/>
                <a:gd name="connsiteY5" fmla="*/ 214312 h 288925"/>
                <a:gd name="connsiteX6" fmla="*/ 137328 w 338137"/>
                <a:gd name="connsiteY6" fmla="*/ 214312 h 288925"/>
                <a:gd name="connsiteX7" fmla="*/ 137328 w 338137"/>
                <a:gd name="connsiteY7" fmla="*/ 196850 h 288925"/>
                <a:gd name="connsiteX8" fmla="*/ 133350 w 338137"/>
                <a:gd name="connsiteY8" fmla="*/ 200932 h 288925"/>
                <a:gd name="connsiteX9" fmla="*/ 137328 w 338137"/>
                <a:gd name="connsiteY9" fmla="*/ 206375 h 288925"/>
                <a:gd name="connsiteX10" fmla="*/ 250023 w 338137"/>
                <a:gd name="connsiteY10" fmla="*/ 206375 h 288925"/>
                <a:gd name="connsiteX11" fmla="*/ 254000 w 338137"/>
                <a:gd name="connsiteY11" fmla="*/ 200932 h 288925"/>
                <a:gd name="connsiteX12" fmla="*/ 250023 w 338137"/>
                <a:gd name="connsiteY12" fmla="*/ 196850 h 288925"/>
                <a:gd name="connsiteX13" fmla="*/ 137328 w 338137"/>
                <a:gd name="connsiteY13" fmla="*/ 196850 h 288925"/>
                <a:gd name="connsiteX14" fmla="*/ 288925 w 338137"/>
                <a:gd name="connsiteY14" fmla="*/ 187325 h 288925"/>
                <a:gd name="connsiteX15" fmla="*/ 269875 w 338137"/>
                <a:gd name="connsiteY15" fmla="*/ 206375 h 288925"/>
                <a:gd name="connsiteX16" fmla="*/ 288925 w 338137"/>
                <a:gd name="connsiteY16" fmla="*/ 225425 h 288925"/>
                <a:gd name="connsiteX17" fmla="*/ 307975 w 338137"/>
                <a:gd name="connsiteY17" fmla="*/ 206375 h 288925"/>
                <a:gd name="connsiteX18" fmla="*/ 288925 w 338137"/>
                <a:gd name="connsiteY18" fmla="*/ 187325 h 288925"/>
                <a:gd name="connsiteX19" fmla="*/ 98425 w 338137"/>
                <a:gd name="connsiteY19" fmla="*/ 187325 h 288925"/>
                <a:gd name="connsiteX20" fmla="*/ 79375 w 338137"/>
                <a:gd name="connsiteY20" fmla="*/ 206375 h 288925"/>
                <a:gd name="connsiteX21" fmla="*/ 98425 w 338137"/>
                <a:gd name="connsiteY21" fmla="*/ 225425 h 288925"/>
                <a:gd name="connsiteX22" fmla="*/ 117475 w 338137"/>
                <a:gd name="connsiteY22" fmla="*/ 206375 h 288925"/>
                <a:gd name="connsiteX23" fmla="*/ 98425 w 338137"/>
                <a:gd name="connsiteY23" fmla="*/ 187325 h 288925"/>
                <a:gd name="connsiteX24" fmla="*/ 254922 w 338137"/>
                <a:gd name="connsiteY24" fmla="*/ 127000 h 288925"/>
                <a:gd name="connsiteX25" fmla="*/ 234950 w 338137"/>
                <a:gd name="connsiteY25" fmla="*/ 147638 h 288925"/>
                <a:gd name="connsiteX26" fmla="*/ 276225 w 338137"/>
                <a:gd name="connsiteY26" fmla="*/ 147638 h 288925"/>
                <a:gd name="connsiteX27" fmla="*/ 254922 w 338137"/>
                <a:gd name="connsiteY27" fmla="*/ 127000 h 288925"/>
                <a:gd name="connsiteX28" fmla="*/ 130590 w 338137"/>
                <a:gd name="connsiteY28" fmla="*/ 100012 h 288925"/>
                <a:gd name="connsiteX29" fmla="*/ 92075 w 338137"/>
                <a:gd name="connsiteY29" fmla="*/ 147895 h 288925"/>
                <a:gd name="connsiteX30" fmla="*/ 105356 w 338137"/>
                <a:gd name="connsiteY30" fmla="*/ 147895 h 288925"/>
                <a:gd name="connsiteX31" fmla="*/ 226214 w 338137"/>
                <a:gd name="connsiteY31" fmla="*/ 147895 h 288925"/>
                <a:gd name="connsiteX32" fmla="*/ 255432 w 338137"/>
                <a:gd name="connsiteY32" fmla="*/ 117303 h 288925"/>
                <a:gd name="connsiteX33" fmla="*/ 285979 w 338137"/>
                <a:gd name="connsiteY33" fmla="*/ 147895 h 288925"/>
                <a:gd name="connsiteX34" fmla="*/ 295275 w 338137"/>
                <a:gd name="connsiteY34" fmla="*/ 149225 h 288925"/>
                <a:gd name="connsiteX35" fmla="*/ 255432 w 338137"/>
                <a:gd name="connsiteY35" fmla="*/ 100012 h 288925"/>
                <a:gd name="connsiteX36" fmla="*/ 130590 w 338137"/>
                <a:gd name="connsiteY36" fmla="*/ 100012 h 288925"/>
                <a:gd name="connsiteX37" fmla="*/ 131008 w 338137"/>
                <a:gd name="connsiteY37" fmla="*/ 85725 h 288925"/>
                <a:gd name="connsiteX38" fmla="*/ 255022 w 338137"/>
                <a:gd name="connsiteY38" fmla="*/ 85725 h 288925"/>
                <a:gd name="connsiteX39" fmla="*/ 309113 w 338137"/>
                <a:gd name="connsiteY39" fmla="*/ 153019 h 288925"/>
                <a:gd name="connsiteX40" fmla="*/ 338137 w 338137"/>
                <a:gd name="connsiteY40" fmla="*/ 207117 h 288925"/>
                <a:gd name="connsiteX41" fmla="*/ 320986 w 338137"/>
                <a:gd name="connsiteY41" fmla="*/ 251980 h 288925"/>
                <a:gd name="connsiteX42" fmla="*/ 320986 w 338137"/>
                <a:gd name="connsiteY42" fmla="*/ 288925 h 288925"/>
                <a:gd name="connsiteX43" fmla="*/ 274811 w 338137"/>
                <a:gd name="connsiteY43" fmla="*/ 288925 h 288925"/>
                <a:gd name="connsiteX44" fmla="*/ 274811 w 338137"/>
                <a:gd name="connsiteY44" fmla="*/ 266494 h 288925"/>
                <a:gd name="connsiteX45" fmla="*/ 112538 w 338137"/>
                <a:gd name="connsiteY45" fmla="*/ 266494 h 288925"/>
                <a:gd name="connsiteX46" fmla="*/ 112538 w 338137"/>
                <a:gd name="connsiteY46" fmla="*/ 288925 h 288925"/>
                <a:gd name="connsiteX47" fmla="*/ 66363 w 338137"/>
                <a:gd name="connsiteY47" fmla="*/ 288925 h 288925"/>
                <a:gd name="connsiteX48" fmla="*/ 66363 w 338137"/>
                <a:gd name="connsiteY48" fmla="*/ 251980 h 288925"/>
                <a:gd name="connsiteX49" fmla="*/ 49212 w 338137"/>
                <a:gd name="connsiteY49" fmla="*/ 207117 h 288925"/>
                <a:gd name="connsiteX50" fmla="*/ 78237 w 338137"/>
                <a:gd name="connsiteY50" fmla="*/ 153019 h 288925"/>
                <a:gd name="connsiteX51" fmla="*/ 131008 w 338137"/>
                <a:gd name="connsiteY51" fmla="*/ 85725 h 288925"/>
                <a:gd name="connsiteX52" fmla="*/ 65088 w 338137"/>
                <a:gd name="connsiteY52" fmla="*/ 0 h 288925"/>
                <a:gd name="connsiteX53" fmla="*/ 69073 w 338137"/>
                <a:gd name="connsiteY53" fmla="*/ 5220 h 288925"/>
                <a:gd name="connsiteX54" fmla="*/ 69073 w 338137"/>
                <a:gd name="connsiteY54" fmla="*/ 13050 h 288925"/>
                <a:gd name="connsiteX55" fmla="*/ 130175 w 338137"/>
                <a:gd name="connsiteY55" fmla="*/ 67859 h 288925"/>
                <a:gd name="connsiteX56" fmla="*/ 69073 w 338137"/>
                <a:gd name="connsiteY56" fmla="*/ 67859 h 288925"/>
                <a:gd name="connsiteX57" fmla="*/ 69073 w 338137"/>
                <a:gd name="connsiteY57" fmla="*/ 130499 h 288925"/>
                <a:gd name="connsiteX58" fmla="*/ 62431 w 338137"/>
                <a:gd name="connsiteY58" fmla="*/ 147463 h 288925"/>
                <a:gd name="connsiteX59" fmla="*/ 45163 w 338137"/>
                <a:gd name="connsiteY59" fmla="*/ 153988 h 288925"/>
                <a:gd name="connsiteX60" fmla="*/ 43835 w 338137"/>
                <a:gd name="connsiteY60" fmla="*/ 153988 h 288925"/>
                <a:gd name="connsiteX61" fmla="*/ 18597 w 338137"/>
                <a:gd name="connsiteY61" fmla="*/ 130499 h 288925"/>
                <a:gd name="connsiteX62" fmla="*/ 23910 w 338137"/>
                <a:gd name="connsiteY62" fmla="*/ 125279 h 288925"/>
                <a:gd name="connsiteX63" fmla="*/ 27895 w 338137"/>
                <a:gd name="connsiteY63" fmla="*/ 130499 h 288925"/>
                <a:gd name="connsiteX64" fmla="*/ 43835 w 338137"/>
                <a:gd name="connsiteY64" fmla="*/ 144853 h 288925"/>
                <a:gd name="connsiteX65" fmla="*/ 45163 w 338137"/>
                <a:gd name="connsiteY65" fmla="*/ 144853 h 288925"/>
                <a:gd name="connsiteX66" fmla="*/ 55790 w 338137"/>
                <a:gd name="connsiteY66" fmla="*/ 140938 h 288925"/>
                <a:gd name="connsiteX67" fmla="*/ 59774 w 338137"/>
                <a:gd name="connsiteY67" fmla="*/ 130499 h 288925"/>
                <a:gd name="connsiteX68" fmla="*/ 59774 w 338137"/>
                <a:gd name="connsiteY68" fmla="*/ 67859 h 288925"/>
                <a:gd name="connsiteX69" fmla="*/ 0 w 338137"/>
                <a:gd name="connsiteY69" fmla="*/ 67859 h 288925"/>
                <a:gd name="connsiteX70" fmla="*/ 59774 w 338137"/>
                <a:gd name="connsiteY70" fmla="*/ 13050 h 288925"/>
                <a:gd name="connsiteX71" fmla="*/ 59774 w 338137"/>
                <a:gd name="connsiteY71" fmla="*/ 5220 h 288925"/>
                <a:gd name="connsiteX72" fmla="*/ 65088 w 338137"/>
                <a:gd name="connsiteY72" fmla="*/ 0 h 28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338137" h="288925">
                  <a:moveTo>
                    <a:pt x="137328" y="214312"/>
                  </a:moveTo>
                  <a:cubicBezTo>
                    <a:pt x="134676" y="214312"/>
                    <a:pt x="133350" y="215673"/>
                    <a:pt x="133350" y="218394"/>
                  </a:cubicBezTo>
                  <a:cubicBezTo>
                    <a:pt x="133350" y="221116"/>
                    <a:pt x="134676" y="223837"/>
                    <a:pt x="137328" y="223837"/>
                  </a:cubicBezTo>
                  <a:cubicBezTo>
                    <a:pt x="137328" y="223837"/>
                    <a:pt x="137328" y="223837"/>
                    <a:pt x="250023" y="223837"/>
                  </a:cubicBezTo>
                  <a:cubicBezTo>
                    <a:pt x="252674" y="223837"/>
                    <a:pt x="254000" y="221116"/>
                    <a:pt x="254000" y="218394"/>
                  </a:cubicBezTo>
                  <a:cubicBezTo>
                    <a:pt x="254000" y="215673"/>
                    <a:pt x="252674" y="214312"/>
                    <a:pt x="250023" y="214312"/>
                  </a:cubicBezTo>
                  <a:cubicBezTo>
                    <a:pt x="250023" y="214312"/>
                    <a:pt x="250023" y="214312"/>
                    <a:pt x="137328" y="214312"/>
                  </a:cubicBezTo>
                  <a:close/>
                  <a:moveTo>
                    <a:pt x="137328" y="196850"/>
                  </a:moveTo>
                  <a:cubicBezTo>
                    <a:pt x="134676" y="196850"/>
                    <a:pt x="133350" y="198211"/>
                    <a:pt x="133350" y="200932"/>
                  </a:cubicBezTo>
                  <a:cubicBezTo>
                    <a:pt x="133350" y="203654"/>
                    <a:pt x="134676" y="206375"/>
                    <a:pt x="137328" y="206375"/>
                  </a:cubicBezTo>
                  <a:cubicBezTo>
                    <a:pt x="137328" y="206375"/>
                    <a:pt x="137328" y="206375"/>
                    <a:pt x="250023" y="206375"/>
                  </a:cubicBezTo>
                  <a:cubicBezTo>
                    <a:pt x="252674" y="206375"/>
                    <a:pt x="254000" y="203654"/>
                    <a:pt x="254000" y="200932"/>
                  </a:cubicBezTo>
                  <a:cubicBezTo>
                    <a:pt x="254000" y="198211"/>
                    <a:pt x="252674" y="196850"/>
                    <a:pt x="250023" y="196850"/>
                  </a:cubicBezTo>
                  <a:cubicBezTo>
                    <a:pt x="250023" y="196850"/>
                    <a:pt x="250023" y="196850"/>
                    <a:pt x="137328" y="196850"/>
                  </a:cubicBezTo>
                  <a:close/>
                  <a:moveTo>
                    <a:pt x="288925" y="187325"/>
                  </a:moveTo>
                  <a:cubicBezTo>
                    <a:pt x="278404" y="187325"/>
                    <a:pt x="269875" y="195854"/>
                    <a:pt x="269875" y="206375"/>
                  </a:cubicBezTo>
                  <a:cubicBezTo>
                    <a:pt x="269875" y="216896"/>
                    <a:pt x="278404" y="225425"/>
                    <a:pt x="288925" y="225425"/>
                  </a:cubicBezTo>
                  <a:cubicBezTo>
                    <a:pt x="299446" y="225425"/>
                    <a:pt x="307975" y="216896"/>
                    <a:pt x="307975" y="206375"/>
                  </a:cubicBezTo>
                  <a:cubicBezTo>
                    <a:pt x="307975" y="195854"/>
                    <a:pt x="299446" y="187325"/>
                    <a:pt x="288925" y="187325"/>
                  </a:cubicBezTo>
                  <a:close/>
                  <a:moveTo>
                    <a:pt x="98425" y="187325"/>
                  </a:moveTo>
                  <a:cubicBezTo>
                    <a:pt x="87904" y="187325"/>
                    <a:pt x="79375" y="195854"/>
                    <a:pt x="79375" y="206375"/>
                  </a:cubicBezTo>
                  <a:cubicBezTo>
                    <a:pt x="79375" y="216896"/>
                    <a:pt x="87904" y="225425"/>
                    <a:pt x="98425" y="225425"/>
                  </a:cubicBezTo>
                  <a:cubicBezTo>
                    <a:pt x="108946" y="225425"/>
                    <a:pt x="117475" y="216896"/>
                    <a:pt x="117475" y="206375"/>
                  </a:cubicBezTo>
                  <a:cubicBezTo>
                    <a:pt x="117475" y="195854"/>
                    <a:pt x="108946" y="187325"/>
                    <a:pt x="98425" y="187325"/>
                  </a:cubicBezTo>
                  <a:close/>
                  <a:moveTo>
                    <a:pt x="254922" y="127000"/>
                  </a:moveTo>
                  <a:cubicBezTo>
                    <a:pt x="244270" y="127000"/>
                    <a:pt x="234950" y="136029"/>
                    <a:pt x="234950" y="147638"/>
                  </a:cubicBezTo>
                  <a:cubicBezTo>
                    <a:pt x="234950" y="147638"/>
                    <a:pt x="234950" y="147638"/>
                    <a:pt x="276225" y="147638"/>
                  </a:cubicBezTo>
                  <a:cubicBezTo>
                    <a:pt x="276225" y="136029"/>
                    <a:pt x="266905" y="127000"/>
                    <a:pt x="254922" y="127000"/>
                  </a:cubicBezTo>
                  <a:close/>
                  <a:moveTo>
                    <a:pt x="130590" y="100012"/>
                  </a:moveTo>
                  <a:cubicBezTo>
                    <a:pt x="113325" y="100012"/>
                    <a:pt x="98716" y="119963"/>
                    <a:pt x="92075" y="147895"/>
                  </a:cubicBezTo>
                  <a:cubicBezTo>
                    <a:pt x="96060" y="147895"/>
                    <a:pt x="101372" y="147895"/>
                    <a:pt x="105356" y="147895"/>
                  </a:cubicBezTo>
                  <a:cubicBezTo>
                    <a:pt x="105356" y="147895"/>
                    <a:pt x="105356" y="147895"/>
                    <a:pt x="226214" y="147895"/>
                  </a:cubicBezTo>
                  <a:cubicBezTo>
                    <a:pt x="226214" y="130604"/>
                    <a:pt x="239495" y="117303"/>
                    <a:pt x="255432" y="117303"/>
                  </a:cubicBezTo>
                  <a:cubicBezTo>
                    <a:pt x="272697" y="117303"/>
                    <a:pt x="285979" y="130604"/>
                    <a:pt x="285979" y="147895"/>
                  </a:cubicBezTo>
                  <a:cubicBezTo>
                    <a:pt x="288635" y="147895"/>
                    <a:pt x="292619" y="147895"/>
                    <a:pt x="295275" y="149225"/>
                  </a:cubicBezTo>
                  <a:cubicBezTo>
                    <a:pt x="288635" y="119963"/>
                    <a:pt x="274026" y="100012"/>
                    <a:pt x="255432" y="100012"/>
                  </a:cubicBezTo>
                  <a:cubicBezTo>
                    <a:pt x="255432" y="100012"/>
                    <a:pt x="255432" y="100012"/>
                    <a:pt x="130590" y="100012"/>
                  </a:cubicBezTo>
                  <a:close/>
                  <a:moveTo>
                    <a:pt x="131008" y="85725"/>
                  </a:moveTo>
                  <a:cubicBezTo>
                    <a:pt x="131008" y="85725"/>
                    <a:pt x="131008" y="85725"/>
                    <a:pt x="255022" y="85725"/>
                  </a:cubicBezTo>
                  <a:cubicBezTo>
                    <a:pt x="282727" y="85725"/>
                    <a:pt x="303836" y="114754"/>
                    <a:pt x="309113" y="153019"/>
                  </a:cubicBezTo>
                  <a:cubicBezTo>
                    <a:pt x="327583" y="163575"/>
                    <a:pt x="338137" y="183367"/>
                    <a:pt x="338137" y="207117"/>
                  </a:cubicBezTo>
                  <a:cubicBezTo>
                    <a:pt x="338137" y="224271"/>
                    <a:pt x="332860" y="240104"/>
                    <a:pt x="320986" y="251980"/>
                  </a:cubicBezTo>
                  <a:cubicBezTo>
                    <a:pt x="320986" y="251980"/>
                    <a:pt x="320986" y="251980"/>
                    <a:pt x="320986" y="288925"/>
                  </a:cubicBezTo>
                  <a:cubicBezTo>
                    <a:pt x="320986" y="288925"/>
                    <a:pt x="320986" y="288925"/>
                    <a:pt x="274811" y="288925"/>
                  </a:cubicBezTo>
                  <a:cubicBezTo>
                    <a:pt x="274811" y="288925"/>
                    <a:pt x="274811" y="288925"/>
                    <a:pt x="274811" y="266494"/>
                  </a:cubicBezTo>
                  <a:cubicBezTo>
                    <a:pt x="274811" y="266494"/>
                    <a:pt x="274811" y="266494"/>
                    <a:pt x="112538" y="266494"/>
                  </a:cubicBezTo>
                  <a:cubicBezTo>
                    <a:pt x="112538" y="266494"/>
                    <a:pt x="112538" y="266494"/>
                    <a:pt x="112538" y="288925"/>
                  </a:cubicBezTo>
                  <a:cubicBezTo>
                    <a:pt x="112538" y="288925"/>
                    <a:pt x="112538" y="288925"/>
                    <a:pt x="66363" y="288925"/>
                  </a:cubicBezTo>
                  <a:cubicBezTo>
                    <a:pt x="66363" y="288925"/>
                    <a:pt x="66363" y="288925"/>
                    <a:pt x="66363" y="251980"/>
                  </a:cubicBezTo>
                  <a:cubicBezTo>
                    <a:pt x="54489" y="240104"/>
                    <a:pt x="49212" y="224271"/>
                    <a:pt x="49212" y="207117"/>
                  </a:cubicBezTo>
                  <a:cubicBezTo>
                    <a:pt x="49212" y="183367"/>
                    <a:pt x="58447" y="163575"/>
                    <a:pt x="78237" y="153019"/>
                  </a:cubicBezTo>
                  <a:cubicBezTo>
                    <a:pt x="83514" y="114754"/>
                    <a:pt x="104623" y="85725"/>
                    <a:pt x="131008" y="85725"/>
                  </a:cubicBezTo>
                  <a:close/>
                  <a:moveTo>
                    <a:pt x="65088" y="0"/>
                  </a:moveTo>
                  <a:cubicBezTo>
                    <a:pt x="66416" y="0"/>
                    <a:pt x="69073" y="2610"/>
                    <a:pt x="69073" y="5220"/>
                  </a:cubicBezTo>
                  <a:cubicBezTo>
                    <a:pt x="69073" y="5220"/>
                    <a:pt x="69073" y="5220"/>
                    <a:pt x="69073" y="13050"/>
                  </a:cubicBezTo>
                  <a:cubicBezTo>
                    <a:pt x="99624" y="14355"/>
                    <a:pt x="124862" y="37845"/>
                    <a:pt x="130175" y="67859"/>
                  </a:cubicBezTo>
                  <a:lnTo>
                    <a:pt x="69073" y="67859"/>
                  </a:lnTo>
                  <a:cubicBezTo>
                    <a:pt x="69073" y="67859"/>
                    <a:pt x="69073" y="67859"/>
                    <a:pt x="69073" y="130499"/>
                  </a:cubicBezTo>
                  <a:cubicBezTo>
                    <a:pt x="69073" y="135718"/>
                    <a:pt x="66416" y="142243"/>
                    <a:pt x="62431" y="147463"/>
                  </a:cubicBezTo>
                  <a:cubicBezTo>
                    <a:pt x="57118" y="151378"/>
                    <a:pt x="51805" y="153988"/>
                    <a:pt x="45163" y="153988"/>
                  </a:cubicBezTo>
                  <a:cubicBezTo>
                    <a:pt x="45163" y="153988"/>
                    <a:pt x="45163" y="153988"/>
                    <a:pt x="43835" y="153988"/>
                  </a:cubicBezTo>
                  <a:cubicBezTo>
                    <a:pt x="30552" y="153988"/>
                    <a:pt x="18597" y="143548"/>
                    <a:pt x="18597" y="130499"/>
                  </a:cubicBezTo>
                  <a:cubicBezTo>
                    <a:pt x="18597" y="127889"/>
                    <a:pt x="21253" y="125279"/>
                    <a:pt x="23910" y="125279"/>
                  </a:cubicBezTo>
                  <a:cubicBezTo>
                    <a:pt x="26567" y="125279"/>
                    <a:pt x="27895" y="127889"/>
                    <a:pt x="27895" y="130499"/>
                  </a:cubicBezTo>
                  <a:cubicBezTo>
                    <a:pt x="27895" y="138328"/>
                    <a:pt x="35865" y="144853"/>
                    <a:pt x="43835" y="144853"/>
                  </a:cubicBezTo>
                  <a:cubicBezTo>
                    <a:pt x="43835" y="144853"/>
                    <a:pt x="43835" y="144853"/>
                    <a:pt x="45163" y="144853"/>
                  </a:cubicBezTo>
                  <a:cubicBezTo>
                    <a:pt x="49148" y="144853"/>
                    <a:pt x="53133" y="143548"/>
                    <a:pt x="55790" y="140938"/>
                  </a:cubicBezTo>
                  <a:cubicBezTo>
                    <a:pt x="58446" y="138328"/>
                    <a:pt x="59774" y="134413"/>
                    <a:pt x="59774" y="130499"/>
                  </a:cubicBezTo>
                  <a:cubicBezTo>
                    <a:pt x="59774" y="130499"/>
                    <a:pt x="59774" y="130499"/>
                    <a:pt x="59774" y="67859"/>
                  </a:cubicBezTo>
                  <a:cubicBezTo>
                    <a:pt x="59774" y="67859"/>
                    <a:pt x="59774" y="67859"/>
                    <a:pt x="0" y="67859"/>
                  </a:cubicBezTo>
                  <a:cubicBezTo>
                    <a:pt x="3985" y="37845"/>
                    <a:pt x="29223" y="14355"/>
                    <a:pt x="59774" y="13050"/>
                  </a:cubicBezTo>
                  <a:cubicBezTo>
                    <a:pt x="59774" y="13050"/>
                    <a:pt x="59774" y="13050"/>
                    <a:pt x="59774" y="5220"/>
                  </a:cubicBezTo>
                  <a:cubicBezTo>
                    <a:pt x="59774" y="2610"/>
                    <a:pt x="62431" y="0"/>
                    <a:pt x="65088" y="0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solidFill>
                  <a:schemeClr val="bg1">
                    <a:lumMod val="50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35" name="图表 34"/>
          <p:cNvGraphicFramePr/>
          <p:nvPr/>
        </p:nvGraphicFramePr>
        <p:xfrm>
          <a:off x="5711542" y="1303269"/>
          <a:ext cx="6273856" cy="4820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Text Placeholder 32"/>
          <p:cNvSpPr txBox="1"/>
          <p:nvPr/>
        </p:nvSpPr>
        <p:spPr>
          <a:xfrm>
            <a:off x="8986744" y="2456703"/>
            <a:ext cx="2417856" cy="528457"/>
          </a:xfrm>
          <a:prstGeom prst="rect">
            <a:avLst/>
          </a:prstGeom>
        </p:spPr>
        <p:txBody>
          <a:bodyPr lIns="0" tIns="0" rIns="0" bIns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Text Placeholder 33"/>
          <p:cNvSpPr txBox="1"/>
          <p:nvPr/>
        </p:nvSpPr>
        <p:spPr>
          <a:xfrm>
            <a:off x="8986746" y="2139380"/>
            <a:ext cx="1878487" cy="230099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" name="Text Placeholder 32"/>
          <p:cNvSpPr txBox="1"/>
          <p:nvPr/>
        </p:nvSpPr>
        <p:spPr>
          <a:xfrm>
            <a:off x="8986744" y="3650600"/>
            <a:ext cx="2417856" cy="528457"/>
          </a:xfrm>
          <a:prstGeom prst="rect">
            <a:avLst/>
          </a:prstGeom>
        </p:spPr>
        <p:txBody>
          <a:bodyPr lIns="0" tIns="0" rIns="0" bIns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Text Placeholder 33"/>
          <p:cNvSpPr txBox="1"/>
          <p:nvPr/>
        </p:nvSpPr>
        <p:spPr>
          <a:xfrm>
            <a:off x="8986746" y="3328198"/>
            <a:ext cx="1878487" cy="230099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7" name="Text Placeholder 32"/>
          <p:cNvSpPr txBox="1"/>
          <p:nvPr/>
        </p:nvSpPr>
        <p:spPr>
          <a:xfrm>
            <a:off x="8986744" y="4913352"/>
            <a:ext cx="2417856" cy="528457"/>
          </a:xfrm>
          <a:prstGeom prst="rect">
            <a:avLst/>
          </a:prstGeom>
        </p:spPr>
        <p:txBody>
          <a:bodyPr lIns="0" tIns="0" rIns="0" bIns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Text Placeholder 33"/>
          <p:cNvSpPr txBox="1"/>
          <p:nvPr/>
        </p:nvSpPr>
        <p:spPr>
          <a:xfrm>
            <a:off x="8986746" y="4590949"/>
            <a:ext cx="1878487" cy="230099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" name="Text Placeholder 32"/>
          <p:cNvSpPr txBox="1"/>
          <p:nvPr/>
        </p:nvSpPr>
        <p:spPr>
          <a:xfrm>
            <a:off x="1936742" y="2461783"/>
            <a:ext cx="2417856" cy="528457"/>
          </a:xfrm>
          <a:prstGeom prst="rect">
            <a:avLst/>
          </a:prstGeom>
        </p:spPr>
        <p:txBody>
          <a:bodyPr lIns="0" tIns="0" rIns="0" bIns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Text Placeholder 33"/>
          <p:cNvSpPr txBox="1"/>
          <p:nvPr/>
        </p:nvSpPr>
        <p:spPr>
          <a:xfrm>
            <a:off x="1936744" y="2139380"/>
            <a:ext cx="1878487" cy="230099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1" name="Text Placeholder 32"/>
          <p:cNvSpPr txBox="1"/>
          <p:nvPr/>
        </p:nvSpPr>
        <p:spPr>
          <a:xfrm>
            <a:off x="1936742" y="3650600"/>
            <a:ext cx="2417856" cy="528457"/>
          </a:xfrm>
          <a:prstGeom prst="rect">
            <a:avLst/>
          </a:prstGeom>
        </p:spPr>
        <p:txBody>
          <a:bodyPr lIns="0" tIns="0" rIns="0" bIns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Text Placeholder 33"/>
          <p:cNvSpPr txBox="1"/>
          <p:nvPr/>
        </p:nvSpPr>
        <p:spPr>
          <a:xfrm>
            <a:off x="1936744" y="3328198"/>
            <a:ext cx="1878487" cy="230099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3" name="Text Placeholder 32"/>
          <p:cNvSpPr txBox="1"/>
          <p:nvPr/>
        </p:nvSpPr>
        <p:spPr>
          <a:xfrm>
            <a:off x="1936742" y="4913352"/>
            <a:ext cx="2417856" cy="528457"/>
          </a:xfrm>
          <a:prstGeom prst="rect">
            <a:avLst/>
          </a:prstGeom>
        </p:spPr>
        <p:txBody>
          <a:bodyPr lIns="0" tIns="0" rIns="0" bIns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sz="12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sz="12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Text Placeholder 33"/>
          <p:cNvSpPr txBox="1"/>
          <p:nvPr/>
        </p:nvSpPr>
        <p:spPr>
          <a:xfrm>
            <a:off x="1936744" y="4590949"/>
            <a:ext cx="1878487" cy="230099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 contourW="127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524224" y="2008721"/>
            <a:ext cx="3084699" cy="3433088"/>
            <a:chOff x="4524992" y="2007981"/>
            <a:chExt cx="3086307" cy="3434876"/>
          </a:xfrm>
        </p:grpSpPr>
        <p:grpSp>
          <p:nvGrpSpPr>
            <p:cNvPr id="16" name="组合 15"/>
            <p:cNvGrpSpPr/>
            <p:nvPr/>
          </p:nvGrpSpPr>
          <p:grpSpPr>
            <a:xfrm>
              <a:off x="4524992" y="2007981"/>
              <a:ext cx="3086307" cy="3434876"/>
              <a:chOff x="4524992" y="1906382"/>
              <a:chExt cx="3086307" cy="3434876"/>
            </a:xfrm>
          </p:grpSpPr>
          <p:sp>
            <p:nvSpPr>
              <p:cNvPr id="34" name="空心弧 33"/>
              <p:cNvSpPr/>
              <p:nvPr/>
            </p:nvSpPr>
            <p:spPr>
              <a:xfrm>
                <a:off x="4737276" y="2292950"/>
                <a:ext cx="2661740" cy="2661740"/>
              </a:xfrm>
              <a:prstGeom prst="blockArc">
                <a:avLst>
                  <a:gd name="adj1" fmla="val 12600000"/>
                  <a:gd name="adj2" fmla="val 16200000"/>
                  <a:gd name="adj3" fmla="val 4507"/>
                </a:avLst>
              </a:prstGeom>
              <a:solidFill>
                <a:schemeClr val="bg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2400"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空心弧 34"/>
              <p:cNvSpPr/>
              <p:nvPr/>
            </p:nvSpPr>
            <p:spPr>
              <a:xfrm>
                <a:off x="4737276" y="2292950"/>
                <a:ext cx="2661740" cy="2661740"/>
              </a:xfrm>
              <a:prstGeom prst="blockArc">
                <a:avLst>
                  <a:gd name="adj1" fmla="val 9000000"/>
                  <a:gd name="adj2" fmla="val 12600000"/>
                  <a:gd name="adj3" fmla="val 4507"/>
                </a:avLst>
              </a:prstGeom>
              <a:solidFill>
                <a:schemeClr val="bg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2400"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6" name="空心弧 35"/>
              <p:cNvSpPr/>
              <p:nvPr/>
            </p:nvSpPr>
            <p:spPr>
              <a:xfrm>
                <a:off x="4737276" y="2292950"/>
                <a:ext cx="2661740" cy="2661740"/>
              </a:xfrm>
              <a:prstGeom prst="blockArc">
                <a:avLst>
                  <a:gd name="adj1" fmla="val 5400000"/>
                  <a:gd name="adj2" fmla="val 9000000"/>
                  <a:gd name="adj3" fmla="val 4507"/>
                </a:avLst>
              </a:prstGeom>
              <a:solidFill>
                <a:schemeClr val="bg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2400"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空心弧 36"/>
              <p:cNvSpPr/>
              <p:nvPr/>
            </p:nvSpPr>
            <p:spPr>
              <a:xfrm>
                <a:off x="4737276" y="2292950"/>
                <a:ext cx="2661740" cy="2661740"/>
              </a:xfrm>
              <a:prstGeom prst="blockArc">
                <a:avLst>
                  <a:gd name="adj1" fmla="val 1800000"/>
                  <a:gd name="adj2" fmla="val 5400000"/>
                  <a:gd name="adj3" fmla="val 4507"/>
                </a:avLst>
              </a:prstGeom>
              <a:solidFill>
                <a:schemeClr val="bg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2400"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空心弧 37"/>
              <p:cNvSpPr/>
              <p:nvPr/>
            </p:nvSpPr>
            <p:spPr>
              <a:xfrm>
                <a:off x="4737276" y="2292950"/>
                <a:ext cx="2661740" cy="2661740"/>
              </a:xfrm>
              <a:prstGeom prst="blockArc">
                <a:avLst>
                  <a:gd name="adj1" fmla="val 19800000"/>
                  <a:gd name="adj2" fmla="val 1800000"/>
                  <a:gd name="adj3" fmla="val 4507"/>
                </a:avLst>
              </a:prstGeom>
              <a:solidFill>
                <a:schemeClr val="bg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2400"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空心弧 38"/>
              <p:cNvSpPr/>
              <p:nvPr/>
            </p:nvSpPr>
            <p:spPr>
              <a:xfrm>
                <a:off x="4737276" y="2292950"/>
                <a:ext cx="2661740" cy="2661740"/>
              </a:xfrm>
              <a:prstGeom prst="blockArc">
                <a:avLst>
                  <a:gd name="adj1" fmla="val 16200000"/>
                  <a:gd name="adj2" fmla="val 19800000"/>
                  <a:gd name="adj3" fmla="val 4507"/>
                </a:avLst>
              </a:prstGeom>
              <a:solidFill>
                <a:schemeClr val="bg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2400"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" name="任意多边形 40"/>
              <p:cNvSpPr/>
              <p:nvPr/>
            </p:nvSpPr>
            <p:spPr>
              <a:xfrm>
                <a:off x="5473060" y="3028734"/>
                <a:ext cx="1190172" cy="1190172"/>
              </a:xfrm>
              <a:custGeom>
                <a:avLst/>
                <a:gdLst>
                  <a:gd name="connsiteX0" fmla="*/ 0 w 1190172"/>
                  <a:gd name="connsiteY0" fmla="*/ 595086 h 1190172"/>
                  <a:gd name="connsiteX1" fmla="*/ 595086 w 1190172"/>
                  <a:gd name="connsiteY1" fmla="*/ 0 h 1190172"/>
                  <a:gd name="connsiteX2" fmla="*/ 1190172 w 1190172"/>
                  <a:gd name="connsiteY2" fmla="*/ 595086 h 1190172"/>
                  <a:gd name="connsiteX3" fmla="*/ 595086 w 1190172"/>
                  <a:gd name="connsiteY3" fmla="*/ 1190172 h 1190172"/>
                  <a:gd name="connsiteX4" fmla="*/ 0 w 1190172"/>
                  <a:gd name="connsiteY4" fmla="*/ 595086 h 1190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0172" h="1190172">
                    <a:moveTo>
                      <a:pt x="0" y="595086"/>
                    </a:moveTo>
                    <a:cubicBezTo>
                      <a:pt x="0" y="266429"/>
                      <a:pt x="266429" y="0"/>
                      <a:pt x="595086" y="0"/>
                    </a:cubicBezTo>
                    <a:cubicBezTo>
                      <a:pt x="923743" y="0"/>
                      <a:pt x="1190172" y="266429"/>
                      <a:pt x="1190172" y="595086"/>
                    </a:cubicBezTo>
                    <a:cubicBezTo>
                      <a:pt x="1190172" y="923743"/>
                      <a:pt x="923743" y="1190172"/>
                      <a:pt x="595086" y="1190172"/>
                    </a:cubicBezTo>
                    <a:cubicBezTo>
                      <a:pt x="266429" y="1190172"/>
                      <a:pt x="0" y="923743"/>
                      <a:pt x="0" y="5950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4207" tIns="174207" rIns="174207" bIns="174207" numCol="1" spcCol="1270" anchor="ctr" anchorCtr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 defTabSz="888365">
                  <a:spcBef>
                    <a:spcPct val="0"/>
                  </a:spcBef>
                </a:pPr>
                <a:r>
                  <a:rPr lang="en-US" sz="2000" dirty="0">
                    <a:latin typeface="Open Sans" panose="020B0606030504020204" charset="0"/>
                    <a:ea typeface="Open Sans" panose="020B0606030504020204" charset="0"/>
                    <a:cs typeface="+mn-ea"/>
                    <a:sym typeface="Arial" panose="020B0604020202020204" pitchFamily="34" charset="0"/>
                  </a:rPr>
                  <a:t>topic</a:t>
                </a:r>
                <a:endParaRPr lang="en-US" sz="1100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任意多边形 41"/>
              <p:cNvSpPr/>
              <p:nvPr/>
            </p:nvSpPr>
            <p:spPr>
              <a:xfrm>
                <a:off x="5651586" y="1906382"/>
                <a:ext cx="833120" cy="833120"/>
              </a:xfrm>
              <a:custGeom>
                <a:avLst/>
                <a:gdLst>
                  <a:gd name="connsiteX0" fmla="*/ 0 w 833120"/>
                  <a:gd name="connsiteY0" fmla="*/ 416560 h 833120"/>
                  <a:gd name="connsiteX1" fmla="*/ 416560 w 833120"/>
                  <a:gd name="connsiteY1" fmla="*/ 0 h 833120"/>
                  <a:gd name="connsiteX2" fmla="*/ 833120 w 833120"/>
                  <a:gd name="connsiteY2" fmla="*/ 416560 h 833120"/>
                  <a:gd name="connsiteX3" fmla="*/ 416560 w 833120"/>
                  <a:gd name="connsiteY3" fmla="*/ 833120 h 833120"/>
                  <a:gd name="connsiteX4" fmla="*/ 0 w 833120"/>
                  <a:gd name="connsiteY4" fmla="*/ 416560 h 833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120" h="833120">
                    <a:moveTo>
                      <a:pt x="0" y="416560"/>
                    </a:moveTo>
                    <a:cubicBezTo>
                      <a:pt x="0" y="186500"/>
                      <a:pt x="186500" y="0"/>
                      <a:pt x="416560" y="0"/>
                    </a:cubicBezTo>
                    <a:cubicBezTo>
                      <a:pt x="646620" y="0"/>
                      <a:pt x="833120" y="186500"/>
                      <a:pt x="833120" y="416560"/>
                    </a:cubicBezTo>
                    <a:cubicBezTo>
                      <a:pt x="833120" y="646620"/>
                      <a:pt x="646620" y="833120"/>
                      <a:pt x="416560" y="833120"/>
                    </a:cubicBezTo>
                    <a:cubicBezTo>
                      <a:pt x="186500" y="833120"/>
                      <a:pt x="0" y="646620"/>
                      <a:pt x="0" y="41656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2408" tIns="152408" rIns="152408" bIns="152408" numCol="1" spcCol="1270" anchor="ctr" anchorCtr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 defTabSz="10661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400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2" name="任意多边形 42"/>
              <p:cNvSpPr/>
              <p:nvPr/>
            </p:nvSpPr>
            <p:spPr>
              <a:xfrm>
                <a:off x="6778179" y="2556821"/>
                <a:ext cx="833120" cy="833120"/>
              </a:xfrm>
              <a:custGeom>
                <a:avLst/>
                <a:gdLst>
                  <a:gd name="connsiteX0" fmla="*/ 0 w 833120"/>
                  <a:gd name="connsiteY0" fmla="*/ 416560 h 833120"/>
                  <a:gd name="connsiteX1" fmla="*/ 416560 w 833120"/>
                  <a:gd name="connsiteY1" fmla="*/ 0 h 833120"/>
                  <a:gd name="connsiteX2" fmla="*/ 833120 w 833120"/>
                  <a:gd name="connsiteY2" fmla="*/ 416560 h 833120"/>
                  <a:gd name="connsiteX3" fmla="*/ 416560 w 833120"/>
                  <a:gd name="connsiteY3" fmla="*/ 833120 h 833120"/>
                  <a:gd name="connsiteX4" fmla="*/ 0 w 833120"/>
                  <a:gd name="connsiteY4" fmla="*/ 416560 h 833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120" h="833120">
                    <a:moveTo>
                      <a:pt x="0" y="416560"/>
                    </a:moveTo>
                    <a:cubicBezTo>
                      <a:pt x="0" y="186500"/>
                      <a:pt x="186500" y="0"/>
                      <a:pt x="416560" y="0"/>
                    </a:cubicBezTo>
                    <a:cubicBezTo>
                      <a:pt x="646620" y="0"/>
                      <a:pt x="833120" y="186500"/>
                      <a:pt x="833120" y="416560"/>
                    </a:cubicBezTo>
                    <a:cubicBezTo>
                      <a:pt x="833120" y="646620"/>
                      <a:pt x="646620" y="833120"/>
                      <a:pt x="416560" y="833120"/>
                    </a:cubicBezTo>
                    <a:cubicBezTo>
                      <a:pt x="186500" y="833120"/>
                      <a:pt x="0" y="646620"/>
                      <a:pt x="0" y="416560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2408" tIns="152408" rIns="152408" bIns="152408" numCol="1" spcCol="1270" anchor="ctr" anchorCtr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 defTabSz="10661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400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任意多边形 43"/>
              <p:cNvSpPr/>
              <p:nvPr/>
            </p:nvSpPr>
            <p:spPr>
              <a:xfrm>
                <a:off x="6778179" y="3857699"/>
                <a:ext cx="833120" cy="833120"/>
              </a:xfrm>
              <a:custGeom>
                <a:avLst/>
                <a:gdLst>
                  <a:gd name="connsiteX0" fmla="*/ 0 w 833120"/>
                  <a:gd name="connsiteY0" fmla="*/ 416560 h 833120"/>
                  <a:gd name="connsiteX1" fmla="*/ 416560 w 833120"/>
                  <a:gd name="connsiteY1" fmla="*/ 0 h 833120"/>
                  <a:gd name="connsiteX2" fmla="*/ 833120 w 833120"/>
                  <a:gd name="connsiteY2" fmla="*/ 416560 h 833120"/>
                  <a:gd name="connsiteX3" fmla="*/ 416560 w 833120"/>
                  <a:gd name="connsiteY3" fmla="*/ 833120 h 833120"/>
                  <a:gd name="connsiteX4" fmla="*/ 0 w 833120"/>
                  <a:gd name="connsiteY4" fmla="*/ 416560 h 833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120" h="833120">
                    <a:moveTo>
                      <a:pt x="0" y="416560"/>
                    </a:moveTo>
                    <a:cubicBezTo>
                      <a:pt x="0" y="186500"/>
                      <a:pt x="186500" y="0"/>
                      <a:pt x="416560" y="0"/>
                    </a:cubicBezTo>
                    <a:cubicBezTo>
                      <a:pt x="646620" y="0"/>
                      <a:pt x="833120" y="186500"/>
                      <a:pt x="833120" y="416560"/>
                    </a:cubicBezTo>
                    <a:cubicBezTo>
                      <a:pt x="833120" y="646620"/>
                      <a:pt x="646620" y="833120"/>
                      <a:pt x="416560" y="833120"/>
                    </a:cubicBezTo>
                    <a:cubicBezTo>
                      <a:pt x="186500" y="833120"/>
                      <a:pt x="0" y="646620"/>
                      <a:pt x="0" y="41656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2408" tIns="152408" rIns="152408" bIns="152408" numCol="1" spcCol="1270" anchor="ctr" anchorCtr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 defTabSz="10661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400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任意多边形 44"/>
              <p:cNvSpPr/>
              <p:nvPr/>
            </p:nvSpPr>
            <p:spPr>
              <a:xfrm>
                <a:off x="5651586" y="4508138"/>
                <a:ext cx="833120" cy="833120"/>
              </a:xfrm>
              <a:custGeom>
                <a:avLst/>
                <a:gdLst>
                  <a:gd name="connsiteX0" fmla="*/ 0 w 833120"/>
                  <a:gd name="connsiteY0" fmla="*/ 416560 h 833120"/>
                  <a:gd name="connsiteX1" fmla="*/ 416560 w 833120"/>
                  <a:gd name="connsiteY1" fmla="*/ 0 h 833120"/>
                  <a:gd name="connsiteX2" fmla="*/ 833120 w 833120"/>
                  <a:gd name="connsiteY2" fmla="*/ 416560 h 833120"/>
                  <a:gd name="connsiteX3" fmla="*/ 416560 w 833120"/>
                  <a:gd name="connsiteY3" fmla="*/ 833120 h 833120"/>
                  <a:gd name="connsiteX4" fmla="*/ 0 w 833120"/>
                  <a:gd name="connsiteY4" fmla="*/ 416560 h 833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120" h="833120">
                    <a:moveTo>
                      <a:pt x="0" y="416560"/>
                    </a:moveTo>
                    <a:cubicBezTo>
                      <a:pt x="0" y="186500"/>
                      <a:pt x="186500" y="0"/>
                      <a:pt x="416560" y="0"/>
                    </a:cubicBezTo>
                    <a:cubicBezTo>
                      <a:pt x="646620" y="0"/>
                      <a:pt x="833120" y="186500"/>
                      <a:pt x="833120" y="416560"/>
                    </a:cubicBezTo>
                    <a:cubicBezTo>
                      <a:pt x="833120" y="646620"/>
                      <a:pt x="646620" y="833120"/>
                      <a:pt x="416560" y="833120"/>
                    </a:cubicBezTo>
                    <a:cubicBezTo>
                      <a:pt x="186500" y="833120"/>
                      <a:pt x="0" y="646620"/>
                      <a:pt x="0" y="416560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2408" tIns="152408" rIns="152408" bIns="152408" numCol="1" spcCol="1270" anchor="ctr" anchorCtr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 defTabSz="10661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400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任意多边形 45"/>
              <p:cNvSpPr/>
              <p:nvPr/>
            </p:nvSpPr>
            <p:spPr>
              <a:xfrm>
                <a:off x="4524992" y="3857699"/>
                <a:ext cx="833120" cy="833120"/>
              </a:xfrm>
              <a:custGeom>
                <a:avLst/>
                <a:gdLst>
                  <a:gd name="connsiteX0" fmla="*/ 0 w 833120"/>
                  <a:gd name="connsiteY0" fmla="*/ 416560 h 833120"/>
                  <a:gd name="connsiteX1" fmla="*/ 416560 w 833120"/>
                  <a:gd name="connsiteY1" fmla="*/ 0 h 833120"/>
                  <a:gd name="connsiteX2" fmla="*/ 833120 w 833120"/>
                  <a:gd name="connsiteY2" fmla="*/ 416560 h 833120"/>
                  <a:gd name="connsiteX3" fmla="*/ 416560 w 833120"/>
                  <a:gd name="connsiteY3" fmla="*/ 833120 h 833120"/>
                  <a:gd name="connsiteX4" fmla="*/ 0 w 833120"/>
                  <a:gd name="connsiteY4" fmla="*/ 416560 h 833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120" h="833120">
                    <a:moveTo>
                      <a:pt x="0" y="416560"/>
                    </a:moveTo>
                    <a:cubicBezTo>
                      <a:pt x="0" y="186500"/>
                      <a:pt x="186500" y="0"/>
                      <a:pt x="416560" y="0"/>
                    </a:cubicBezTo>
                    <a:cubicBezTo>
                      <a:pt x="646620" y="0"/>
                      <a:pt x="833120" y="186500"/>
                      <a:pt x="833120" y="416560"/>
                    </a:cubicBezTo>
                    <a:cubicBezTo>
                      <a:pt x="833120" y="646620"/>
                      <a:pt x="646620" y="833120"/>
                      <a:pt x="416560" y="833120"/>
                    </a:cubicBezTo>
                    <a:cubicBezTo>
                      <a:pt x="186500" y="833120"/>
                      <a:pt x="0" y="646620"/>
                      <a:pt x="0" y="41656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2408" tIns="152408" rIns="152408" bIns="152408" numCol="1" spcCol="1270" anchor="ctr" anchorCtr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 defTabSz="10661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400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6" name="任意多边形 46"/>
              <p:cNvSpPr/>
              <p:nvPr/>
            </p:nvSpPr>
            <p:spPr>
              <a:xfrm>
                <a:off x="4524992" y="2556821"/>
                <a:ext cx="833120" cy="833120"/>
              </a:xfrm>
              <a:custGeom>
                <a:avLst/>
                <a:gdLst>
                  <a:gd name="connsiteX0" fmla="*/ 0 w 833120"/>
                  <a:gd name="connsiteY0" fmla="*/ 416560 h 833120"/>
                  <a:gd name="connsiteX1" fmla="*/ 416560 w 833120"/>
                  <a:gd name="connsiteY1" fmla="*/ 0 h 833120"/>
                  <a:gd name="connsiteX2" fmla="*/ 833120 w 833120"/>
                  <a:gd name="connsiteY2" fmla="*/ 416560 h 833120"/>
                  <a:gd name="connsiteX3" fmla="*/ 416560 w 833120"/>
                  <a:gd name="connsiteY3" fmla="*/ 833120 h 833120"/>
                  <a:gd name="connsiteX4" fmla="*/ 0 w 833120"/>
                  <a:gd name="connsiteY4" fmla="*/ 416560 h 833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120" h="833120">
                    <a:moveTo>
                      <a:pt x="0" y="416560"/>
                    </a:moveTo>
                    <a:cubicBezTo>
                      <a:pt x="0" y="186500"/>
                      <a:pt x="186500" y="0"/>
                      <a:pt x="416560" y="0"/>
                    </a:cubicBezTo>
                    <a:cubicBezTo>
                      <a:pt x="646620" y="0"/>
                      <a:pt x="833120" y="186500"/>
                      <a:pt x="833120" y="416560"/>
                    </a:cubicBezTo>
                    <a:cubicBezTo>
                      <a:pt x="833120" y="646620"/>
                      <a:pt x="646620" y="833120"/>
                      <a:pt x="416560" y="833120"/>
                    </a:cubicBezTo>
                    <a:cubicBezTo>
                      <a:pt x="186500" y="833120"/>
                      <a:pt x="0" y="646620"/>
                      <a:pt x="0" y="416560"/>
                    </a:cubicBezTo>
                    <a:close/>
                  </a:path>
                </a:pathLst>
              </a:custGeom>
              <a:solidFill>
                <a:schemeClr val="accent5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2408" tIns="152408" rIns="152408" bIns="152408" numCol="1" spcCol="1270" anchor="ctr" anchorCtr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 defTabSz="10661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400" dirty="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7" name="Freeform 142"/>
            <p:cNvSpPr/>
            <p:nvPr/>
          </p:nvSpPr>
          <p:spPr bwMode="auto">
            <a:xfrm>
              <a:off x="5913364" y="2281599"/>
              <a:ext cx="292261" cy="238612"/>
            </a:xfrm>
            <a:custGeom>
              <a:avLst/>
              <a:gdLst>
                <a:gd name="T0" fmla="*/ 135 w 135"/>
                <a:gd name="T1" fmla="*/ 49 h 110"/>
                <a:gd name="T2" fmla="*/ 68 w 135"/>
                <a:gd name="T3" fmla="*/ 0 h 110"/>
                <a:gd name="T4" fmla="*/ 0 w 135"/>
                <a:gd name="T5" fmla="*/ 49 h 110"/>
                <a:gd name="T6" fmla="*/ 68 w 135"/>
                <a:gd name="T7" fmla="*/ 99 h 110"/>
                <a:gd name="T8" fmla="*/ 93 w 135"/>
                <a:gd name="T9" fmla="*/ 96 h 110"/>
                <a:gd name="T10" fmla="*/ 121 w 135"/>
                <a:gd name="T11" fmla="*/ 110 h 110"/>
                <a:gd name="T12" fmla="*/ 113 w 135"/>
                <a:gd name="T13" fmla="*/ 86 h 110"/>
                <a:gd name="T14" fmla="*/ 135 w 135"/>
                <a:gd name="T15" fmla="*/ 4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110">
                  <a:moveTo>
                    <a:pt x="135" y="49"/>
                  </a:moveTo>
                  <a:cubicBezTo>
                    <a:pt x="135" y="22"/>
                    <a:pt x="105" y="0"/>
                    <a:pt x="68" y="0"/>
                  </a:cubicBezTo>
                  <a:cubicBezTo>
                    <a:pt x="30" y="0"/>
                    <a:pt x="0" y="22"/>
                    <a:pt x="0" y="49"/>
                  </a:cubicBezTo>
                  <a:cubicBezTo>
                    <a:pt x="0" y="77"/>
                    <a:pt x="30" y="99"/>
                    <a:pt x="68" y="99"/>
                  </a:cubicBezTo>
                  <a:cubicBezTo>
                    <a:pt x="76" y="99"/>
                    <a:pt x="85" y="98"/>
                    <a:pt x="93" y="96"/>
                  </a:cubicBezTo>
                  <a:cubicBezTo>
                    <a:pt x="95" y="95"/>
                    <a:pt x="121" y="110"/>
                    <a:pt x="121" y="110"/>
                  </a:cubicBezTo>
                  <a:cubicBezTo>
                    <a:pt x="113" y="86"/>
                    <a:pt x="113" y="86"/>
                    <a:pt x="113" y="86"/>
                  </a:cubicBezTo>
                  <a:cubicBezTo>
                    <a:pt x="126" y="77"/>
                    <a:pt x="135" y="64"/>
                    <a:pt x="135" y="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Freeform 149"/>
            <p:cNvSpPr/>
            <p:nvPr/>
          </p:nvSpPr>
          <p:spPr bwMode="auto">
            <a:xfrm>
              <a:off x="4782592" y="2914286"/>
              <a:ext cx="307172" cy="301247"/>
            </a:xfrm>
            <a:custGeom>
              <a:avLst/>
              <a:gdLst>
                <a:gd name="T0" fmla="*/ 133 w 142"/>
                <a:gd name="T1" fmla="*/ 95 h 139"/>
                <a:gd name="T2" fmla="*/ 106 w 142"/>
                <a:gd name="T3" fmla="*/ 89 h 139"/>
                <a:gd name="T4" fmla="*/ 83 w 142"/>
                <a:gd name="T5" fmla="*/ 67 h 139"/>
                <a:gd name="T6" fmla="*/ 111 w 142"/>
                <a:gd name="T7" fmla="*/ 39 h 139"/>
                <a:gd name="T8" fmla="*/ 119 w 142"/>
                <a:gd name="T9" fmla="*/ 38 h 139"/>
                <a:gd name="T10" fmla="*/ 133 w 142"/>
                <a:gd name="T11" fmla="*/ 16 h 139"/>
                <a:gd name="T12" fmla="*/ 125 w 142"/>
                <a:gd name="T13" fmla="*/ 9 h 139"/>
                <a:gd name="T14" fmla="*/ 104 w 142"/>
                <a:gd name="T15" fmla="*/ 23 h 139"/>
                <a:gd name="T16" fmla="*/ 103 w 142"/>
                <a:gd name="T17" fmla="*/ 30 h 139"/>
                <a:gd name="T18" fmla="*/ 75 w 142"/>
                <a:gd name="T19" fmla="*/ 58 h 139"/>
                <a:gd name="T20" fmla="*/ 51 w 142"/>
                <a:gd name="T21" fmla="*/ 34 h 139"/>
                <a:gd name="T22" fmla="*/ 45 w 142"/>
                <a:gd name="T23" fmla="*/ 7 h 139"/>
                <a:gd name="T24" fmla="*/ 29 w 142"/>
                <a:gd name="T25" fmla="*/ 0 h 139"/>
                <a:gd name="T26" fmla="*/ 39 w 142"/>
                <a:gd name="T27" fmla="*/ 10 h 139"/>
                <a:gd name="T28" fmla="*/ 35 w 142"/>
                <a:gd name="T29" fmla="*/ 27 h 139"/>
                <a:gd name="T30" fmla="*/ 18 w 142"/>
                <a:gd name="T31" fmla="*/ 32 h 139"/>
                <a:gd name="T32" fmla="*/ 3 w 142"/>
                <a:gd name="T33" fmla="*/ 17 h 139"/>
                <a:gd name="T34" fmla="*/ 9 w 142"/>
                <a:gd name="T35" fmla="*/ 43 h 139"/>
                <a:gd name="T36" fmla="*/ 37 w 142"/>
                <a:gd name="T37" fmla="*/ 48 h 139"/>
                <a:gd name="T38" fmla="*/ 58 w 142"/>
                <a:gd name="T39" fmla="*/ 70 h 139"/>
                <a:gd name="T40" fmla="*/ 12 w 142"/>
                <a:gd name="T41" fmla="*/ 115 h 139"/>
                <a:gd name="T42" fmla="*/ 12 w 142"/>
                <a:gd name="T43" fmla="*/ 129 h 139"/>
                <a:gd name="T44" fmla="*/ 13 w 142"/>
                <a:gd name="T45" fmla="*/ 130 h 139"/>
                <a:gd name="T46" fmla="*/ 26 w 142"/>
                <a:gd name="T47" fmla="*/ 130 h 139"/>
                <a:gd name="T48" fmla="*/ 72 w 142"/>
                <a:gd name="T49" fmla="*/ 84 h 139"/>
                <a:gd name="T50" fmla="*/ 92 w 142"/>
                <a:gd name="T51" fmla="*/ 103 h 139"/>
                <a:gd name="T52" fmla="*/ 97 w 142"/>
                <a:gd name="T53" fmla="*/ 131 h 139"/>
                <a:gd name="T54" fmla="*/ 119 w 142"/>
                <a:gd name="T55" fmla="*/ 138 h 139"/>
                <a:gd name="T56" fmla="*/ 105 w 142"/>
                <a:gd name="T57" fmla="*/ 124 h 139"/>
                <a:gd name="T58" fmla="*/ 109 w 142"/>
                <a:gd name="T59" fmla="*/ 110 h 139"/>
                <a:gd name="T60" fmla="*/ 123 w 142"/>
                <a:gd name="T61" fmla="*/ 106 h 139"/>
                <a:gd name="T62" fmla="*/ 139 w 142"/>
                <a:gd name="T63" fmla="*/ 122 h 139"/>
                <a:gd name="T64" fmla="*/ 133 w 142"/>
                <a:gd name="T65" fmla="*/ 9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2" h="139">
                  <a:moveTo>
                    <a:pt x="133" y="95"/>
                  </a:moveTo>
                  <a:cubicBezTo>
                    <a:pt x="126" y="87"/>
                    <a:pt x="115" y="86"/>
                    <a:pt x="106" y="89"/>
                  </a:cubicBezTo>
                  <a:cubicBezTo>
                    <a:pt x="83" y="67"/>
                    <a:pt x="83" y="67"/>
                    <a:pt x="83" y="67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33" y="16"/>
                    <a:pt x="133" y="16"/>
                    <a:pt x="133" y="16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4" y="25"/>
                    <a:pt x="52" y="14"/>
                    <a:pt x="45" y="7"/>
                  </a:cubicBezTo>
                  <a:cubicBezTo>
                    <a:pt x="41" y="2"/>
                    <a:pt x="35" y="0"/>
                    <a:pt x="29" y="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0" y="26"/>
                    <a:pt x="3" y="36"/>
                    <a:pt x="9" y="43"/>
                  </a:cubicBezTo>
                  <a:cubicBezTo>
                    <a:pt x="17" y="50"/>
                    <a:pt x="28" y="52"/>
                    <a:pt x="37" y="48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9" y="119"/>
                    <a:pt x="9" y="125"/>
                    <a:pt x="12" y="129"/>
                  </a:cubicBezTo>
                  <a:cubicBezTo>
                    <a:pt x="13" y="130"/>
                    <a:pt x="13" y="130"/>
                    <a:pt x="13" y="130"/>
                  </a:cubicBezTo>
                  <a:cubicBezTo>
                    <a:pt x="17" y="133"/>
                    <a:pt x="23" y="133"/>
                    <a:pt x="26" y="130"/>
                  </a:cubicBezTo>
                  <a:cubicBezTo>
                    <a:pt x="72" y="84"/>
                    <a:pt x="72" y="84"/>
                    <a:pt x="72" y="84"/>
                  </a:cubicBezTo>
                  <a:cubicBezTo>
                    <a:pt x="92" y="103"/>
                    <a:pt x="92" y="103"/>
                    <a:pt x="92" y="103"/>
                  </a:cubicBezTo>
                  <a:cubicBezTo>
                    <a:pt x="88" y="112"/>
                    <a:pt x="90" y="123"/>
                    <a:pt x="97" y="131"/>
                  </a:cubicBezTo>
                  <a:cubicBezTo>
                    <a:pt x="103" y="136"/>
                    <a:pt x="111" y="139"/>
                    <a:pt x="119" y="138"/>
                  </a:cubicBezTo>
                  <a:cubicBezTo>
                    <a:pt x="105" y="124"/>
                    <a:pt x="105" y="124"/>
                    <a:pt x="105" y="124"/>
                  </a:cubicBezTo>
                  <a:cubicBezTo>
                    <a:pt x="109" y="110"/>
                    <a:pt x="109" y="110"/>
                    <a:pt x="109" y="110"/>
                  </a:cubicBezTo>
                  <a:cubicBezTo>
                    <a:pt x="123" y="106"/>
                    <a:pt x="123" y="106"/>
                    <a:pt x="123" y="106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42" y="113"/>
                    <a:pt x="140" y="102"/>
                    <a:pt x="133" y="9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116"/>
            <p:cNvSpPr>
              <a:spLocks noEditPoints="1"/>
            </p:cNvSpPr>
            <p:nvPr/>
          </p:nvSpPr>
          <p:spPr bwMode="auto">
            <a:xfrm>
              <a:off x="4782593" y="4222787"/>
              <a:ext cx="329540" cy="290808"/>
            </a:xfrm>
            <a:custGeom>
              <a:avLst/>
              <a:gdLst>
                <a:gd name="T0" fmla="*/ 209 w 221"/>
                <a:gd name="T1" fmla="*/ 95 h 195"/>
                <a:gd name="T2" fmla="*/ 209 w 221"/>
                <a:gd name="T3" fmla="*/ 82 h 195"/>
                <a:gd name="T4" fmla="*/ 221 w 221"/>
                <a:gd name="T5" fmla="*/ 82 h 195"/>
                <a:gd name="T6" fmla="*/ 221 w 221"/>
                <a:gd name="T7" fmla="*/ 74 h 195"/>
                <a:gd name="T8" fmla="*/ 110 w 221"/>
                <a:gd name="T9" fmla="*/ 0 h 195"/>
                <a:gd name="T10" fmla="*/ 0 w 221"/>
                <a:gd name="T11" fmla="*/ 74 h 195"/>
                <a:gd name="T12" fmla="*/ 0 w 221"/>
                <a:gd name="T13" fmla="*/ 82 h 195"/>
                <a:gd name="T14" fmla="*/ 10 w 221"/>
                <a:gd name="T15" fmla="*/ 82 h 195"/>
                <a:gd name="T16" fmla="*/ 10 w 221"/>
                <a:gd name="T17" fmla="*/ 95 h 195"/>
                <a:gd name="T18" fmla="*/ 23 w 221"/>
                <a:gd name="T19" fmla="*/ 95 h 195"/>
                <a:gd name="T20" fmla="*/ 23 w 221"/>
                <a:gd name="T21" fmla="*/ 166 h 195"/>
                <a:gd name="T22" fmla="*/ 10 w 221"/>
                <a:gd name="T23" fmla="*/ 166 h 195"/>
                <a:gd name="T24" fmla="*/ 10 w 221"/>
                <a:gd name="T25" fmla="*/ 179 h 195"/>
                <a:gd name="T26" fmla="*/ 0 w 221"/>
                <a:gd name="T27" fmla="*/ 179 h 195"/>
                <a:gd name="T28" fmla="*/ 0 w 221"/>
                <a:gd name="T29" fmla="*/ 195 h 195"/>
                <a:gd name="T30" fmla="*/ 221 w 221"/>
                <a:gd name="T31" fmla="*/ 195 h 195"/>
                <a:gd name="T32" fmla="*/ 221 w 221"/>
                <a:gd name="T33" fmla="*/ 179 h 195"/>
                <a:gd name="T34" fmla="*/ 209 w 221"/>
                <a:gd name="T35" fmla="*/ 179 h 195"/>
                <a:gd name="T36" fmla="*/ 209 w 221"/>
                <a:gd name="T37" fmla="*/ 166 h 195"/>
                <a:gd name="T38" fmla="*/ 197 w 221"/>
                <a:gd name="T39" fmla="*/ 166 h 195"/>
                <a:gd name="T40" fmla="*/ 197 w 221"/>
                <a:gd name="T41" fmla="*/ 95 h 195"/>
                <a:gd name="T42" fmla="*/ 209 w 221"/>
                <a:gd name="T43" fmla="*/ 95 h 195"/>
                <a:gd name="T44" fmla="*/ 73 w 221"/>
                <a:gd name="T45" fmla="*/ 166 h 195"/>
                <a:gd name="T46" fmla="*/ 49 w 221"/>
                <a:gd name="T47" fmla="*/ 166 h 195"/>
                <a:gd name="T48" fmla="*/ 49 w 221"/>
                <a:gd name="T49" fmla="*/ 95 h 195"/>
                <a:gd name="T50" fmla="*/ 73 w 221"/>
                <a:gd name="T51" fmla="*/ 95 h 195"/>
                <a:gd name="T52" fmla="*/ 73 w 221"/>
                <a:gd name="T53" fmla="*/ 166 h 195"/>
                <a:gd name="T54" fmla="*/ 122 w 221"/>
                <a:gd name="T55" fmla="*/ 166 h 195"/>
                <a:gd name="T56" fmla="*/ 99 w 221"/>
                <a:gd name="T57" fmla="*/ 166 h 195"/>
                <a:gd name="T58" fmla="*/ 99 w 221"/>
                <a:gd name="T59" fmla="*/ 95 h 195"/>
                <a:gd name="T60" fmla="*/ 122 w 221"/>
                <a:gd name="T61" fmla="*/ 95 h 195"/>
                <a:gd name="T62" fmla="*/ 122 w 221"/>
                <a:gd name="T63" fmla="*/ 166 h 195"/>
                <a:gd name="T64" fmla="*/ 171 w 221"/>
                <a:gd name="T65" fmla="*/ 166 h 195"/>
                <a:gd name="T66" fmla="*/ 148 w 221"/>
                <a:gd name="T67" fmla="*/ 166 h 195"/>
                <a:gd name="T68" fmla="*/ 148 w 221"/>
                <a:gd name="T69" fmla="*/ 95 h 195"/>
                <a:gd name="T70" fmla="*/ 171 w 221"/>
                <a:gd name="T71" fmla="*/ 95 h 195"/>
                <a:gd name="T72" fmla="*/ 171 w 221"/>
                <a:gd name="T73" fmla="*/ 166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1" h="195">
                  <a:moveTo>
                    <a:pt x="209" y="95"/>
                  </a:moveTo>
                  <a:lnTo>
                    <a:pt x="209" y="82"/>
                  </a:lnTo>
                  <a:lnTo>
                    <a:pt x="221" y="82"/>
                  </a:lnTo>
                  <a:lnTo>
                    <a:pt x="221" y="74"/>
                  </a:lnTo>
                  <a:lnTo>
                    <a:pt x="110" y="0"/>
                  </a:lnTo>
                  <a:lnTo>
                    <a:pt x="0" y="74"/>
                  </a:lnTo>
                  <a:lnTo>
                    <a:pt x="0" y="82"/>
                  </a:lnTo>
                  <a:lnTo>
                    <a:pt x="10" y="82"/>
                  </a:lnTo>
                  <a:lnTo>
                    <a:pt x="10" y="95"/>
                  </a:lnTo>
                  <a:lnTo>
                    <a:pt x="23" y="95"/>
                  </a:lnTo>
                  <a:lnTo>
                    <a:pt x="23" y="166"/>
                  </a:lnTo>
                  <a:lnTo>
                    <a:pt x="10" y="166"/>
                  </a:lnTo>
                  <a:lnTo>
                    <a:pt x="10" y="179"/>
                  </a:lnTo>
                  <a:lnTo>
                    <a:pt x="0" y="179"/>
                  </a:lnTo>
                  <a:lnTo>
                    <a:pt x="0" y="195"/>
                  </a:lnTo>
                  <a:lnTo>
                    <a:pt x="221" y="195"/>
                  </a:lnTo>
                  <a:lnTo>
                    <a:pt x="221" y="179"/>
                  </a:lnTo>
                  <a:lnTo>
                    <a:pt x="209" y="179"/>
                  </a:lnTo>
                  <a:lnTo>
                    <a:pt x="209" y="166"/>
                  </a:lnTo>
                  <a:lnTo>
                    <a:pt x="197" y="166"/>
                  </a:lnTo>
                  <a:lnTo>
                    <a:pt x="197" y="95"/>
                  </a:lnTo>
                  <a:lnTo>
                    <a:pt x="209" y="95"/>
                  </a:lnTo>
                  <a:close/>
                  <a:moveTo>
                    <a:pt x="73" y="166"/>
                  </a:moveTo>
                  <a:lnTo>
                    <a:pt x="49" y="166"/>
                  </a:lnTo>
                  <a:lnTo>
                    <a:pt x="49" y="95"/>
                  </a:lnTo>
                  <a:lnTo>
                    <a:pt x="73" y="95"/>
                  </a:lnTo>
                  <a:lnTo>
                    <a:pt x="73" y="166"/>
                  </a:lnTo>
                  <a:close/>
                  <a:moveTo>
                    <a:pt x="122" y="166"/>
                  </a:moveTo>
                  <a:lnTo>
                    <a:pt x="99" y="166"/>
                  </a:lnTo>
                  <a:lnTo>
                    <a:pt x="99" y="95"/>
                  </a:lnTo>
                  <a:lnTo>
                    <a:pt x="122" y="95"/>
                  </a:lnTo>
                  <a:lnTo>
                    <a:pt x="122" y="166"/>
                  </a:lnTo>
                  <a:close/>
                  <a:moveTo>
                    <a:pt x="171" y="166"/>
                  </a:moveTo>
                  <a:lnTo>
                    <a:pt x="148" y="166"/>
                  </a:lnTo>
                  <a:lnTo>
                    <a:pt x="148" y="95"/>
                  </a:lnTo>
                  <a:lnTo>
                    <a:pt x="171" y="95"/>
                  </a:lnTo>
                  <a:lnTo>
                    <a:pt x="171" y="1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7059945" y="4206383"/>
              <a:ext cx="307174" cy="307212"/>
              <a:chOff x="11121822" y="1145785"/>
              <a:chExt cx="307214" cy="307212"/>
            </a:xfrm>
            <a:solidFill>
              <a:schemeClr val="bg1"/>
            </a:solidFill>
          </p:grpSpPr>
          <p:sp>
            <p:nvSpPr>
              <p:cNvPr id="32" name="Freeform 140"/>
              <p:cNvSpPr>
                <a:spLocks noEditPoints="1"/>
              </p:cNvSpPr>
              <p:nvPr/>
            </p:nvSpPr>
            <p:spPr bwMode="auto">
              <a:xfrm>
                <a:off x="11121822" y="1211403"/>
                <a:ext cx="241594" cy="241594"/>
              </a:xfrm>
              <a:custGeom>
                <a:avLst/>
                <a:gdLst>
                  <a:gd name="T0" fmla="*/ 103 w 112"/>
                  <a:gd name="T1" fmla="*/ 47 h 112"/>
                  <a:gd name="T2" fmla="*/ 106 w 112"/>
                  <a:gd name="T3" fmla="*/ 36 h 112"/>
                  <a:gd name="T4" fmla="*/ 102 w 112"/>
                  <a:gd name="T5" fmla="*/ 22 h 112"/>
                  <a:gd name="T6" fmla="*/ 92 w 112"/>
                  <a:gd name="T7" fmla="*/ 25 h 112"/>
                  <a:gd name="T8" fmla="*/ 90 w 112"/>
                  <a:gd name="T9" fmla="*/ 14 h 112"/>
                  <a:gd name="T10" fmla="*/ 79 w 112"/>
                  <a:gd name="T11" fmla="*/ 4 h 112"/>
                  <a:gd name="T12" fmla="*/ 71 w 112"/>
                  <a:gd name="T13" fmla="*/ 11 h 112"/>
                  <a:gd name="T14" fmla="*/ 64 w 112"/>
                  <a:gd name="T15" fmla="*/ 3 h 112"/>
                  <a:gd name="T16" fmla="*/ 50 w 112"/>
                  <a:gd name="T17" fmla="*/ 0 h 112"/>
                  <a:gd name="T18" fmla="*/ 47 w 112"/>
                  <a:gd name="T19" fmla="*/ 10 h 112"/>
                  <a:gd name="T20" fmla="*/ 37 w 112"/>
                  <a:gd name="T21" fmla="*/ 6 h 112"/>
                  <a:gd name="T22" fmla="*/ 23 w 112"/>
                  <a:gd name="T23" fmla="*/ 11 h 112"/>
                  <a:gd name="T24" fmla="*/ 25 w 112"/>
                  <a:gd name="T25" fmla="*/ 20 h 112"/>
                  <a:gd name="T26" fmla="*/ 14 w 112"/>
                  <a:gd name="T27" fmla="*/ 22 h 112"/>
                  <a:gd name="T28" fmla="*/ 5 w 112"/>
                  <a:gd name="T29" fmla="*/ 33 h 112"/>
                  <a:gd name="T30" fmla="*/ 12 w 112"/>
                  <a:gd name="T31" fmla="*/ 41 h 112"/>
                  <a:gd name="T32" fmla="*/ 3 w 112"/>
                  <a:gd name="T33" fmla="*/ 48 h 112"/>
                  <a:gd name="T34" fmla="*/ 0 w 112"/>
                  <a:gd name="T35" fmla="*/ 62 h 112"/>
                  <a:gd name="T36" fmla="*/ 10 w 112"/>
                  <a:gd name="T37" fmla="*/ 65 h 112"/>
                  <a:gd name="T38" fmla="*/ 6 w 112"/>
                  <a:gd name="T39" fmla="*/ 75 h 112"/>
                  <a:gd name="T40" fmla="*/ 11 w 112"/>
                  <a:gd name="T41" fmla="*/ 89 h 112"/>
                  <a:gd name="T42" fmla="*/ 21 w 112"/>
                  <a:gd name="T43" fmla="*/ 87 h 112"/>
                  <a:gd name="T44" fmla="*/ 23 w 112"/>
                  <a:gd name="T45" fmla="*/ 98 h 112"/>
                  <a:gd name="T46" fmla="*/ 34 w 112"/>
                  <a:gd name="T47" fmla="*/ 108 h 112"/>
                  <a:gd name="T48" fmla="*/ 41 w 112"/>
                  <a:gd name="T49" fmla="*/ 101 h 112"/>
                  <a:gd name="T50" fmla="*/ 48 w 112"/>
                  <a:gd name="T51" fmla="*/ 109 h 112"/>
                  <a:gd name="T52" fmla="*/ 63 w 112"/>
                  <a:gd name="T53" fmla="*/ 112 h 112"/>
                  <a:gd name="T54" fmla="*/ 66 w 112"/>
                  <a:gd name="T55" fmla="*/ 102 h 112"/>
                  <a:gd name="T56" fmla="*/ 76 w 112"/>
                  <a:gd name="T57" fmla="*/ 106 h 112"/>
                  <a:gd name="T58" fmla="*/ 90 w 112"/>
                  <a:gd name="T59" fmla="*/ 101 h 112"/>
                  <a:gd name="T60" fmla="*/ 88 w 112"/>
                  <a:gd name="T61" fmla="*/ 91 h 112"/>
                  <a:gd name="T62" fmla="*/ 98 w 112"/>
                  <a:gd name="T63" fmla="*/ 89 h 112"/>
                  <a:gd name="T64" fmla="*/ 108 w 112"/>
                  <a:gd name="T65" fmla="*/ 78 h 112"/>
                  <a:gd name="T66" fmla="*/ 101 w 112"/>
                  <a:gd name="T67" fmla="*/ 71 h 112"/>
                  <a:gd name="T68" fmla="*/ 110 w 112"/>
                  <a:gd name="T69" fmla="*/ 64 h 112"/>
                  <a:gd name="T70" fmla="*/ 112 w 112"/>
                  <a:gd name="T71" fmla="*/ 49 h 112"/>
                  <a:gd name="T72" fmla="*/ 56 w 112"/>
                  <a:gd name="T73" fmla="*/ 86 h 112"/>
                  <a:gd name="T74" fmla="*/ 56 w 112"/>
                  <a:gd name="T75" fmla="*/ 26 h 112"/>
                  <a:gd name="T76" fmla="*/ 56 w 112"/>
                  <a:gd name="T77" fmla="*/ 8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2" h="112">
                    <a:moveTo>
                      <a:pt x="110" y="47"/>
                    </a:moveTo>
                    <a:cubicBezTo>
                      <a:pt x="103" y="47"/>
                      <a:pt x="103" y="47"/>
                      <a:pt x="103" y="47"/>
                    </a:cubicBezTo>
                    <a:cubicBezTo>
                      <a:pt x="102" y="44"/>
                      <a:pt x="101" y="42"/>
                      <a:pt x="101" y="39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08" y="35"/>
                      <a:pt x="108" y="34"/>
                      <a:pt x="107" y="32"/>
                    </a:cubicBezTo>
                    <a:cubicBezTo>
                      <a:pt x="102" y="22"/>
                      <a:pt x="102" y="22"/>
                      <a:pt x="102" y="22"/>
                    </a:cubicBezTo>
                    <a:cubicBezTo>
                      <a:pt x="101" y="21"/>
                      <a:pt x="99" y="20"/>
                      <a:pt x="98" y="21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0" y="23"/>
                      <a:pt x="88" y="21"/>
                      <a:pt x="87" y="20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2"/>
                      <a:pt x="90" y="11"/>
                      <a:pt x="89" y="10"/>
                    </a:cubicBezTo>
                    <a:cubicBezTo>
                      <a:pt x="79" y="4"/>
                      <a:pt x="79" y="4"/>
                      <a:pt x="79" y="4"/>
                    </a:cubicBezTo>
                    <a:cubicBezTo>
                      <a:pt x="77" y="3"/>
                      <a:pt x="76" y="4"/>
                      <a:pt x="75" y="5"/>
                    </a:cubicBezTo>
                    <a:cubicBezTo>
                      <a:pt x="71" y="11"/>
                      <a:pt x="71" y="11"/>
                      <a:pt x="71" y="11"/>
                    </a:cubicBezTo>
                    <a:cubicBezTo>
                      <a:pt x="69" y="10"/>
                      <a:pt x="67" y="10"/>
                      <a:pt x="64" y="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1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48" y="0"/>
                      <a:pt x="47" y="1"/>
                      <a:pt x="47" y="3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5" y="10"/>
                      <a:pt x="42" y="11"/>
                      <a:pt x="40" y="12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6" y="4"/>
                      <a:pt x="34" y="4"/>
                      <a:pt x="33" y="5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11"/>
                      <a:pt x="21" y="13"/>
                      <a:pt x="22" y="14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3" y="22"/>
                      <a:pt x="22" y="24"/>
                      <a:pt x="20" y="26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1" y="22"/>
                      <a:pt x="10" y="2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4" y="35"/>
                      <a:pt x="4" y="36"/>
                      <a:pt x="6" y="37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1" y="43"/>
                      <a:pt x="10" y="45"/>
                      <a:pt x="10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0" y="49"/>
                      <a:pt x="0" y="51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4"/>
                      <a:pt x="2" y="65"/>
                      <a:pt x="3" y="65"/>
                    </a:cubicBezTo>
                    <a:cubicBezTo>
                      <a:pt x="10" y="65"/>
                      <a:pt x="10" y="65"/>
                      <a:pt x="10" y="65"/>
                    </a:cubicBezTo>
                    <a:cubicBezTo>
                      <a:pt x="11" y="68"/>
                      <a:pt x="11" y="70"/>
                      <a:pt x="12" y="72"/>
                    </a:cubicBezTo>
                    <a:cubicBezTo>
                      <a:pt x="6" y="75"/>
                      <a:pt x="6" y="75"/>
                      <a:pt x="6" y="75"/>
                    </a:cubicBezTo>
                    <a:cubicBezTo>
                      <a:pt x="5" y="76"/>
                      <a:pt x="5" y="78"/>
                      <a:pt x="5" y="79"/>
                    </a:cubicBezTo>
                    <a:cubicBezTo>
                      <a:pt x="11" y="89"/>
                      <a:pt x="11" y="89"/>
                      <a:pt x="11" y="89"/>
                    </a:cubicBezTo>
                    <a:cubicBezTo>
                      <a:pt x="12" y="91"/>
                      <a:pt x="14" y="91"/>
                      <a:pt x="15" y="90"/>
                    </a:cubicBezTo>
                    <a:cubicBezTo>
                      <a:pt x="21" y="87"/>
                      <a:pt x="21" y="87"/>
                      <a:pt x="21" y="87"/>
                    </a:cubicBezTo>
                    <a:cubicBezTo>
                      <a:pt x="23" y="89"/>
                      <a:pt x="24" y="91"/>
                      <a:pt x="26" y="92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2" y="99"/>
                      <a:pt x="23" y="101"/>
                      <a:pt x="24" y="102"/>
                    </a:cubicBezTo>
                    <a:cubicBezTo>
                      <a:pt x="34" y="108"/>
                      <a:pt x="34" y="108"/>
                      <a:pt x="34" y="108"/>
                    </a:cubicBezTo>
                    <a:cubicBezTo>
                      <a:pt x="35" y="108"/>
                      <a:pt x="37" y="108"/>
                      <a:pt x="38" y="106"/>
                    </a:cubicBezTo>
                    <a:cubicBezTo>
                      <a:pt x="41" y="101"/>
                      <a:pt x="41" y="101"/>
                      <a:pt x="41" y="101"/>
                    </a:cubicBezTo>
                    <a:cubicBezTo>
                      <a:pt x="44" y="101"/>
                      <a:pt x="46" y="102"/>
                      <a:pt x="48" y="102"/>
                    </a:cubicBezTo>
                    <a:cubicBezTo>
                      <a:pt x="48" y="109"/>
                      <a:pt x="48" y="109"/>
                      <a:pt x="48" y="109"/>
                    </a:cubicBezTo>
                    <a:cubicBezTo>
                      <a:pt x="48" y="111"/>
                      <a:pt x="50" y="112"/>
                      <a:pt x="51" y="112"/>
                    </a:cubicBezTo>
                    <a:cubicBezTo>
                      <a:pt x="63" y="112"/>
                      <a:pt x="63" y="112"/>
                      <a:pt x="63" y="112"/>
                    </a:cubicBezTo>
                    <a:cubicBezTo>
                      <a:pt x="64" y="112"/>
                      <a:pt x="66" y="111"/>
                      <a:pt x="66" y="109"/>
                    </a:cubicBezTo>
                    <a:cubicBezTo>
                      <a:pt x="66" y="102"/>
                      <a:pt x="66" y="102"/>
                      <a:pt x="66" y="102"/>
                    </a:cubicBezTo>
                    <a:cubicBezTo>
                      <a:pt x="68" y="102"/>
                      <a:pt x="70" y="101"/>
                      <a:pt x="73" y="100"/>
                    </a:cubicBezTo>
                    <a:cubicBezTo>
                      <a:pt x="76" y="106"/>
                      <a:pt x="76" y="106"/>
                      <a:pt x="76" y="106"/>
                    </a:cubicBezTo>
                    <a:cubicBezTo>
                      <a:pt x="77" y="107"/>
                      <a:pt x="79" y="108"/>
                      <a:pt x="80" y="107"/>
                    </a:cubicBezTo>
                    <a:cubicBezTo>
                      <a:pt x="90" y="101"/>
                      <a:pt x="90" y="101"/>
                      <a:pt x="90" y="101"/>
                    </a:cubicBezTo>
                    <a:cubicBezTo>
                      <a:pt x="91" y="100"/>
                      <a:pt x="92" y="99"/>
                      <a:pt x="91" y="97"/>
                    </a:cubicBezTo>
                    <a:cubicBezTo>
                      <a:pt x="88" y="91"/>
                      <a:pt x="88" y="91"/>
                      <a:pt x="88" y="91"/>
                    </a:cubicBezTo>
                    <a:cubicBezTo>
                      <a:pt x="89" y="90"/>
                      <a:pt x="91" y="88"/>
                      <a:pt x="93" y="86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100" y="90"/>
                      <a:pt x="102" y="90"/>
                      <a:pt x="102" y="8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9" y="77"/>
                      <a:pt x="108" y="75"/>
                      <a:pt x="107" y="74"/>
                    </a:cubicBezTo>
                    <a:cubicBezTo>
                      <a:pt x="101" y="71"/>
                      <a:pt x="101" y="71"/>
                      <a:pt x="101" y="71"/>
                    </a:cubicBezTo>
                    <a:cubicBezTo>
                      <a:pt x="102" y="69"/>
                      <a:pt x="102" y="66"/>
                      <a:pt x="103" y="64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1" y="64"/>
                      <a:pt x="112" y="63"/>
                      <a:pt x="112" y="61"/>
                    </a:cubicBezTo>
                    <a:cubicBezTo>
                      <a:pt x="112" y="49"/>
                      <a:pt x="112" y="49"/>
                      <a:pt x="112" y="49"/>
                    </a:cubicBezTo>
                    <a:cubicBezTo>
                      <a:pt x="112" y="48"/>
                      <a:pt x="111" y="47"/>
                      <a:pt x="110" y="47"/>
                    </a:cubicBezTo>
                    <a:close/>
                    <a:moveTo>
                      <a:pt x="56" y="86"/>
                    </a:moveTo>
                    <a:cubicBezTo>
                      <a:pt x="40" y="86"/>
                      <a:pt x="26" y="72"/>
                      <a:pt x="26" y="56"/>
                    </a:cubicBezTo>
                    <a:cubicBezTo>
                      <a:pt x="26" y="39"/>
                      <a:pt x="40" y="26"/>
                      <a:pt x="56" y="26"/>
                    </a:cubicBezTo>
                    <a:cubicBezTo>
                      <a:pt x="73" y="26"/>
                      <a:pt x="86" y="39"/>
                      <a:pt x="86" y="56"/>
                    </a:cubicBezTo>
                    <a:cubicBezTo>
                      <a:pt x="86" y="72"/>
                      <a:pt x="73" y="86"/>
                      <a:pt x="56" y="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141"/>
              <p:cNvSpPr>
                <a:spLocks noEditPoints="1"/>
              </p:cNvSpPr>
              <p:nvPr/>
            </p:nvSpPr>
            <p:spPr bwMode="auto">
              <a:xfrm>
                <a:off x="11317186" y="1145785"/>
                <a:ext cx="111850" cy="113341"/>
              </a:xfrm>
              <a:custGeom>
                <a:avLst/>
                <a:gdLst>
                  <a:gd name="T0" fmla="*/ 48 w 52"/>
                  <a:gd name="T1" fmla="*/ 23 h 52"/>
                  <a:gd name="T2" fmla="*/ 50 w 52"/>
                  <a:gd name="T3" fmla="*/ 17 h 52"/>
                  <a:gd name="T4" fmla="*/ 48 w 52"/>
                  <a:gd name="T5" fmla="*/ 11 h 52"/>
                  <a:gd name="T6" fmla="*/ 44 w 52"/>
                  <a:gd name="T7" fmla="*/ 12 h 52"/>
                  <a:gd name="T8" fmla="*/ 42 w 52"/>
                  <a:gd name="T9" fmla="*/ 6 h 52"/>
                  <a:gd name="T10" fmla="*/ 38 w 52"/>
                  <a:gd name="T11" fmla="*/ 2 h 52"/>
                  <a:gd name="T12" fmla="*/ 34 w 52"/>
                  <a:gd name="T13" fmla="*/ 5 h 52"/>
                  <a:gd name="T14" fmla="*/ 30 w 52"/>
                  <a:gd name="T15" fmla="*/ 1 h 52"/>
                  <a:gd name="T16" fmla="*/ 24 w 52"/>
                  <a:gd name="T17" fmla="*/ 0 h 52"/>
                  <a:gd name="T18" fmla="*/ 23 w 52"/>
                  <a:gd name="T19" fmla="*/ 4 h 52"/>
                  <a:gd name="T20" fmla="*/ 17 w 52"/>
                  <a:gd name="T21" fmla="*/ 2 h 52"/>
                  <a:gd name="T22" fmla="*/ 11 w 52"/>
                  <a:gd name="T23" fmla="*/ 4 h 52"/>
                  <a:gd name="T24" fmla="*/ 12 w 52"/>
                  <a:gd name="T25" fmla="*/ 8 h 52"/>
                  <a:gd name="T26" fmla="*/ 6 w 52"/>
                  <a:gd name="T27" fmla="*/ 10 h 52"/>
                  <a:gd name="T28" fmla="*/ 2 w 52"/>
                  <a:gd name="T29" fmla="*/ 14 h 52"/>
                  <a:gd name="T30" fmla="*/ 6 w 52"/>
                  <a:gd name="T31" fmla="*/ 18 h 52"/>
                  <a:gd name="T32" fmla="*/ 1 w 52"/>
                  <a:gd name="T33" fmla="*/ 22 h 52"/>
                  <a:gd name="T34" fmla="*/ 0 w 52"/>
                  <a:gd name="T35" fmla="*/ 28 h 52"/>
                  <a:gd name="T36" fmla="*/ 4 w 52"/>
                  <a:gd name="T37" fmla="*/ 29 h 52"/>
                  <a:gd name="T38" fmla="*/ 2 w 52"/>
                  <a:gd name="T39" fmla="*/ 35 h 52"/>
                  <a:gd name="T40" fmla="*/ 4 w 52"/>
                  <a:gd name="T41" fmla="*/ 41 h 52"/>
                  <a:gd name="T42" fmla="*/ 9 w 52"/>
                  <a:gd name="T43" fmla="*/ 40 h 52"/>
                  <a:gd name="T44" fmla="*/ 10 w 52"/>
                  <a:gd name="T45" fmla="*/ 46 h 52"/>
                  <a:gd name="T46" fmla="*/ 15 w 52"/>
                  <a:gd name="T47" fmla="*/ 50 h 52"/>
                  <a:gd name="T48" fmla="*/ 18 w 52"/>
                  <a:gd name="T49" fmla="*/ 47 h 52"/>
                  <a:gd name="T50" fmla="*/ 22 w 52"/>
                  <a:gd name="T51" fmla="*/ 51 h 52"/>
                  <a:gd name="T52" fmla="*/ 28 w 52"/>
                  <a:gd name="T53" fmla="*/ 52 h 52"/>
                  <a:gd name="T54" fmla="*/ 29 w 52"/>
                  <a:gd name="T55" fmla="*/ 48 h 52"/>
                  <a:gd name="T56" fmla="*/ 35 w 52"/>
                  <a:gd name="T57" fmla="*/ 50 h 52"/>
                  <a:gd name="T58" fmla="*/ 41 w 52"/>
                  <a:gd name="T59" fmla="*/ 48 h 52"/>
                  <a:gd name="T60" fmla="*/ 40 w 52"/>
                  <a:gd name="T61" fmla="*/ 43 h 52"/>
                  <a:gd name="T62" fmla="*/ 46 w 52"/>
                  <a:gd name="T63" fmla="*/ 42 h 52"/>
                  <a:gd name="T64" fmla="*/ 50 w 52"/>
                  <a:gd name="T65" fmla="*/ 37 h 52"/>
                  <a:gd name="T66" fmla="*/ 47 w 52"/>
                  <a:gd name="T67" fmla="*/ 34 h 52"/>
                  <a:gd name="T68" fmla="*/ 51 w 52"/>
                  <a:gd name="T69" fmla="*/ 30 h 52"/>
                  <a:gd name="T70" fmla="*/ 52 w 52"/>
                  <a:gd name="T71" fmla="*/ 24 h 52"/>
                  <a:gd name="T72" fmla="*/ 26 w 52"/>
                  <a:gd name="T73" fmla="*/ 40 h 52"/>
                  <a:gd name="T74" fmla="*/ 26 w 52"/>
                  <a:gd name="T75" fmla="*/ 12 h 52"/>
                  <a:gd name="T76" fmla="*/ 26 w 52"/>
                  <a:gd name="T77" fmla="*/ 4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2" h="52">
                    <a:moveTo>
                      <a:pt x="51" y="23"/>
                    </a:move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1"/>
                      <a:pt x="48" y="20"/>
                      <a:pt x="47" y="18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6"/>
                      <a:pt x="51" y="16"/>
                      <a:pt x="50" y="15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8" y="10"/>
                      <a:pt x="47" y="10"/>
                      <a:pt x="46" y="11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1"/>
                      <a:pt x="42" y="10"/>
                      <a:pt x="40" y="9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6"/>
                      <a:pt x="42" y="5"/>
                      <a:pt x="42" y="4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7" y="2"/>
                      <a:pt x="36" y="2"/>
                      <a:pt x="36" y="3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33" y="5"/>
                      <a:pt x="32" y="4"/>
                      <a:pt x="30" y="4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29" y="0"/>
                      <a:pt x="29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3" y="0"/>
                      <a:pt x="23" y="1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1" y="4"/>
                      <a:pt x="20" y="5"/>
                      <a:pt x="19" y="5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6" y="1"/>
                      <a:pt x="15" y="2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5"/>
                      <a:pt x="11" y="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1" y="9"/>
                      <a:pt x="10" y="10"/>
                      <a:pt x="9" y="12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5" y="10"/>
                      <a:pt x="5" y="1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5"/>
                      <a:pt x="2" y="16"/>
                      <a:pt x="3" y="16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5" y="19"/>
                      <a:pt x="5" y="21"/>
                      <a:pt x="4" y="22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2"/>
                      <a:pt x="0" y="23"/>
                      <a:pt x="0" y="23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0" y="29"/>
                      <a:pt x="1" y="29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1"/>
                      <a:pt x="5" y="32"/>
                      <a:pt x="5" y="34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" y="36"/>
                      <a:pt x="2" y="36"/>
                      <a:pt x="2" y="37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5" y="41"/>
                      <a:pt x="5" y="42"/>
                      <a:pt x="6" y="41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1"/>
                      <a:pt x="11" y="42"/>
                      <a:pt x="12" y="43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7"/>
                      <a:pt x="11" y="47"/>
                    </a:cubicBezTo>
                    <a:cubicBezTo>
                      <a:pt x="15" y="50"/>
                      <a:pt x="15" y="50"/>
                      <a:pt x="15" y="50"/>
                    </a:cubicBezTo>
                    <a:cubicBezTo>
                      <a:pt x="15" y="50"/>
                      <a:pt x="16" y="50"/>
                      <a:pt x="16" y="49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9" y="47"/>
                      <a:pt x="21" y="48"/>
                      <a:pt x="22" y="48"/>
                    </a:cubicBezTo>
                    <a:cubicBezTo>
                      <a:pt x="22" y="51"/>
                      <a:pt x="22" y="51"/>
                      <a:pt x="22" y="51"/>
                    </a:cubicBezTo>
                    <a:cubicBezTo>
                      <a:pt x="22" y="52"/>
                      <a:pt x="23" y="52"/>
                      <a:pt x="24" y="52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9" y="52"/>
                      <a:pt x="29" y="52"/>
                      <a:pt x="29" y="51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31" y="48"/>
                      <a:pt x="32" y="47"/>
                      <a:pt x="34" y="47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0"/>
                      <a:pt x="36" y="50"/>
                      <a:pt x="37" y="50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1" y="46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41" y="42"/>
                      <a:pt x="42" y="41"/>
                      <a:pt x="43" y="40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2"/>
                      <a:pt x="47" y="42"/>
                      <a:pt x="48" y="41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50" y="37"/>
                      <a:pt x="50" y="36"/>
                      <a:pt x="50" y="36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3"/>
                      <a:pt x="48" y="31"/>
                      <a:pt x="48" y="30"/>
                    </a:cubicBezTo>
                    <a:cubicBezTo>
                      <a:pt x="51" y="30"/>
                      <a:pt x="51" y="30"/>
                      <a:pt x="51" y="30"/>
                    </a:cubicBezTo>
                    <a:cubicBezTo>
                      <a:pt x="52" y="30"/>
                      <a:pt x="52" y="29"/>
                      <a:pt x="52" y="29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2" y="23"/>
                      <a:pt x="51" y="23"/>
                    </a:cubicBezTo>
                    <a:close/>
                    <a:moveTo>
                      <a:pt x="26" y="40"/>
                    </a:moveTo>
                    <a:cubicBezTo>
                      <a:pt x="18" y="40"/>
                      <a:pt x="12" y="34"/>
                      <a:pt x="12" y="26"/>
                    </a:cubicBezTo>
                    <a:cubicBezTo>
                      <a:pt x="12" y="18"/>
                      <a:pt x="18" y="12"/>
                      <a:pt x="26" y="12"/>
                    </a:cubicBezTo>
                    <a:cubicBezTo>
                      <a:pt x="34" y="12"/>
                      <a:pt x="40" y="18"/>
                      <a:pt x="40" y="26"/>
                    </a:cubicBezTo>
                    <a:cubicBezTo>
                      <a:pt x="40" y="34"/>
                      <a:pt x="34" y="40"/>
                      <a:pt x="26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7040974" y="2991252"/>
              <a:ext cx="311646" cy="193872"/>
              <a:chOff x="8292784" y="1202455"/>
              <a:chExt cx="311687" cy="193872"/>
            </a:xfrm>
          </p:grpSpPr>
          <p:sp>
            <p:nvSpPr>
              <p:cNvPr id="29" name="Freeform 151"/>
              <p:cNvSpPr/>
              <p:nvPr/>
            </p:nvSpPr>
            <p:spPr bwMode="auto">
              <a:xfrm>
                <a:off x="8297258" y="1202455"/>
                <a:ext cx="299756" cy="123780"/>
              </a:xfrm>
              <a:custGeom>
                <a:avLst/>
                <a:gdLst>
                  <a:gd name="T0" fmla="*/ 135 w 139"/>
                  <a:gd name="T1" fmla="*/ 0 h 57"/>
                  <a:gd name="T2" fmla="*/ 4 w 139"/>
                  <a:gd name="T3" fmla="*/ 0 h 57"/>
                  <a:gd name="T4" fmla="*/ 0 w 139"/>
                  <a:gd name="T5" fmla="*/ 1 h 57"/>
                  <a:gd name="T6" fmla="*/ 65 w 139"/>
                  <a:gd name="T7" fmla="*/ 55 h 57"/>
                  <a:gd name="T8" fmla="*/ 74 w 139"/>
                  <a:gd name="T9" fmla="*/ 55 h 57"/>
                  <a:gd name="T10" fmla="*/ 139 w 139"/>
                  <a:gd name="T11" fmla="*/ 1 h 57"/>
                  <a:gd name="T12" fmla="*/ 135 w 139"/>
                  <a:gd name="T1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57">
                    <a:moveTo>
                      <a:pt x="135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1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8" y="57"/>
                      <a:pt x="72" y="57"/>
                      <a:pt x="74" y="55"/>
                    </a:cubicBezTo>
                    <a:cubicBezTo>
                      <a:pt x="139" y="1"/>
                      <a:pt x="139" y="1"/>
                      <a:pt x="139" y="1"/>
                    </a:cubicBezTo>
                    <a:cubicBezTo>
                      <a:pt x="138" y="0"/>
                      <a:pt x="137" y="0"/>
                      <a:pt x="13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Freeform 152"/>
              <p:cNvSpPr>
                <a:spLocks noEditPoints="1"/>
              </p:cNvSpPr>
              <p:nvPr/>
            </p:nvSpPr>
            <p:spPr bwMode="auto">
              <a:xfrm>
                <a:off x="8292784" y="1221842"/>
                <a:ext cx="311687" cy="174485"/>
              </a:xfrm>
              <a:custGeom>
                <a:avLst/>
                <a:gdLst>
                  <a:gd name="T0" fmla="*/ 77 w 144"/>
                  <a:gd name="T1" fmla="*/ 55 h 81"/>
                  <a:gd name="T2" fmla="*/ 67 w 144"/>
                  <a:gd name="T3" fmla="*/ 55 h 81"/>
                  <a:gd name="T4" fmla="*/ 0 w 144"/>
                  <a:gd name="T5" fmla="*/ 0 h 81"/>
                  <a:gd name="T6" fmla="*/ 0 w 144"/>
                  <a:gd name="T7" fmla="*/ 74 h 81"/>
                  <a:gd name="T8" fmla="*/ 6 w 144"/>
                  <a:gd name="T9" fmla="*/ 81 h 81"/>
                  <a:gd name="T10" fmla="*/ 137 w 144"/>
                  <a:gd name="T11" fmla="*/ 81 h 81"/>
                  <a:gd name="T12" fmla="*/ 144 w 144"/>
                  <a:gd name="T13" fmla="*/ 74 h 81"/>
                  <a:gd name="T14" fmla="*/ 144 w 144"/>
                  <a:gd name="T15" fmla="*/ 0 h 81"/>
                  <a:gd name="T16" fmla="*/ 77 w 144"/>
                  <a:gd name="T17" fmla="*/ 55 h 81"/>
                  <a:gd name="T18" fmla="*/ 41 w 144"/>
                  <a:gd name="T19" fmla="*/ 45 h 81"/>
                  <a:gd name="T20" fmla="*/ 10 w 144"/>
                  <a:gd name="T21" fmla="*/ 75 h 81"/>
                  <a:gd name="T22" fmla="*/ 8 w 144"/>
                  <a:gd name="T23" fmla="*/ 76 h 81"/>
                  <a:gd name="T24" fmla="*/ 6 w 144"/>
                  <a:gd name="T25" fmla="*/ 75 h 81"/>
                  <a:gd name="T26" fmla="*/ 6 w 144"/>
                  <a:gd name="T27" fmla="*/ 71 h 81"/>
                  <a:gd name="T28" fmla="*/ 37 w 144"/>
                  <a:gd name="T29" fmla="*/ 41 h 81"/>
                  <a:gd name="T30" fmla="*/ 41 w 144"/>
                  <a:gd name="T31" fmla="*/ 41 h 81"/>
                  <a:gd name="T32" fmla="*/ 41 w 144"/>
                  <a:gd name="T33" fmla="*/ 45 h 81"/>
                  <a:gd name="T34" fmla="*/ 138 w 144"/>
                  <a:gd name="T35" fmla="*/ 75 h 81"/>
                  <a:gd name="T36" fmla="*/ 136 w 144"/>
                  <a:gd name="T37" fmla="*/ 76 h 81"/>
                  <a:gd name="T38" fmla="*/ 134 w 144"/>
                  <a:gd name="T39" fmla="*/ 75 h 81"/>
                  <a:gd name="T40" fmla="*/ 102 w 144"/>
                  <a:gd name="T41" fmla="*/ 45 h 81"/>
                  <a:gd name="T42" fmla="*/ 102 w 144"/>
                  <a:gd name="T43" fmla="*/ 41 h 81"/>
                  <a:gd name="T44" fmla="*/ 106 w 144"/>
                  <a:gd name="T45" fmla="*/ 41 h 81"/>
                  <a:gd name="T46" fmla="*/ 138 w 144"/>
                  <a:gd name="T47" fmla="*/ 71 h 81"/>
                  <a:gd name="T48" fmla="*/ 138 w 144"/>
                  <a:gd name="T49" fmla="*/ 75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4" h="81">
                    <a:moveTo>
                      <a:pt x="77" y="55"/>
                    </a:moveTo>
                    <a:cubicBezTo>
                      <a:pt x="74" y="57"/>
                      <a:pt x="69" y="57"/>
                      <a:pt x="67" y="5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8"/>
                      <a:pt x="3" y="81"/>
                      <a:pt x="6" y="81"/>
                    </a:cubicBezTo>
                    <a:cubicBezTo>
                      <a:pt x="137" y="81"/>
                      <a:pt x="137" y="81"/>
                      <a:pt x="137" y="81"/>
                    </a:cubicBezTo>
                    <a:cubicBezTo>
                      <a:pt x="141" y="81"/>
                      <a:pt x="144" y="78"/>
                      <a:pt x="144" y="74"/>
                    </a:cubicBezTo>
                    <a:cubicBezTo>
                      <a:pt x="144" y="0"/>
                      <a:pt x="144" y="0"/>
                      <a:pt x="144" y="0"/>
                    </a:cubicBezTo>
                    <a:lnTo>
                      <a:pt x="77" y="55"/>
                    </a:lnTo>
                    <a:close/>
                    <a:moveTo>
                      <a:pt x="41" y="45"/>
                    </a:move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5"/>
                      <a:pt x="8" y="76"/>
                      <a:pt x="8" y="76"/>
                    </a:cubicBezTo>
                    <a:cubicBezTo>
                      <a:pt x="7" y="76"/>
                      <a:pt x="6" y="75"/>
                      <a:pt x="6" y="75"/>
                    </a:cubicBezTo>
                    <a:cubicBezTo>
                      <a:pt x="5" y="74"/>
                      <a:pt x="5" y="72"/>
                      <a:pt x="6" y="71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8" y="40"/>
                      <a:pt x="40" y="40"/>
                      <a:pt x="41" y="41"/>
                    </a:cubicBezTo>
                    <a:cubicBezTo>
                      <a:pt x="42" y="42"/>
                      <a:pt x="42" y="44"/>
                      <a:pt x="41" y="45"/>
                    </a:cubicBezTo>
                    <a:close/>
                    <a:moveTo>
                      <a:pt x="138" y="75"/>
                    </a:moveTo>
                    <a:cubicBezTo>
                      <a:pt x="137" y="75"/>
                      <a:pt x="136" y="76"/>
                      <a:pt x="136" y="76"/>
                    </a:cubicBezTo>
                    <a:cubicBezTo>
                      <a:pt x="135" y="76"/>
                      <a:pt x="134" y="75"/>
                      <a:pt x="134" y="75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2"/>
                      <a:pt x="102" y="41"/>
                    </a:cubicBezTo>
                    <a:cubicBezTo>
                      <a:pt x="103" y="40"/>
                      <a:pt x="105" y="40"/>
                      <a:pt x="106" y="41"/>
                    </a:cubicBezTo>
                    <a:cubicBezTo>
                      <a:pt x="138" y="71"/>
                      <a:pt x="138" y="71"/>
                      <a:pt x="138" y="71"/>
                    </a:cubicBezTo>
                    <a:cubicBezTo>
                      <a:pt x="139" y="72"/>
                      <a:pt x="139" y="74"/>
                      <a:pt x="138" y="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889200" y="4880661"/>
              <a:ext cx="402605" cy="331075"/>
              <a:chOff x="5108575" y="3992563"/>
              <a:chExt cx="428625" cy="352426"/>
            </a:xfrm>
            <a:solidFill>
              <a:schemeClr val="bg1"/>
            </a:solidFill>
          </p:grpSpPr>
          <p:sp>
            <p:nvSpPr>
              <p:cNvPr id="23" name="Freeform 223"/>
              <p:cNvSpPr/>
              <p:nvPr/>
            </p:nvSpPr>
            <p:spPr bwMode="auto">
              <a:xfrm>
                <a:off x="5108575" y="3998913"/>
                <a:ext cx="201613" cy="106363"/>
              </a:xfrm>
              <a:custGeom>
                <a:avLst/>
                <a:gdLst>
                  <a:gd name="T0" fmla="*/ 127 w 127"/>
                  <a:gd name="T1" fmla="*/ 30 h 67"/>
                  <a:gd name="T2" fmla="*/ 93 w 127"/>
                  <a:gd name="T3" fmla="*/ 0 h 67"/>
                  <a:gd name="T4" fmla="*/ 0 w 127"/>
                  <a:gd name="T5" fmla="*/ 36 h 67"/>
                  <a:gd name="T6" fmla="*/ 35 w 127"/>
                  <a:gd name="T7" fmla="*/ 67 h 67"/>
                  <a:gd name="T8" fmla="*/ 127 w 127"/>
                  <a:gd name="T9" fmla="*/ 3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7">
                    <a:moveTo>
                      <a:pt x="127" y="30"/>
                    </a:moveTo>
                    <a:lnTo>
                      <a:pt x="93" y="0"/>
                    </a:lnTo>
                    <a:lnTo>
                      <a:pt x="0" y="36"/>
                    </a:lnTo>
                    <a:lnTo>
                      <a:pt x="35" y="67"/>
                    </a:lnTo>
                    <a:lnTo>
                      <a:pt x="127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224"/>
              <p:cNvSpPr/>
              <p:nvPr/>
            </p:nvSpPr>
            <p:spPr bwMode="auto">
              <a:xfrm>
                <a:off x="5324475" y="4168776"/>
                <a:ext cx="147638" cy="176213"/>
              </a:xfrm>
              <a:custGeom>
                <a:avLst/>
                <a:gdLst>
                  <a:gd name="T0" fmla="*/ 0 w 93"/>
                  <a:gd name="T1" fmla="*/ 0 h 111"/>
                  <a:gd name="T2" fmla="*/ 0 w 93"/>
                  <a:gd name="T3" fmla="*/ 111 h 111"/>
                  <a:gd name="T4" fmla="*/ 93 w 93"/>
                  <a:gd name="T5" fmla="*/ 73 h 111"/>
                  <a:gd name="T6" fmla="*/ 93 w 93"/>
                  <a:gd name="T7" fmla="*/ 15 h 111"/>
                  <a:gd name="T8" fmla="*/ 41 w 93"/>
                  <a:gd name="T9" fmla="*/ 37 h 111"/>
                  <a:gd name="T10" fmla="*/ 0 w 93"/>
                  <a:gd name="T11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3" h="111">
                    <a:moveTo>
                      <a:pt x="0" y="0"/>
                    </a:moveTo>
                    <a:lnTo>
                      <a:pt x="0" y="111"/>
                    </a:lnTo>
                    <a:lnTo>
                      <a:pt x="93" y="73"/>
                    </a:lnTo>
                    <a:lnTo>
                      <a:pt x="93" y="15"/>
                    </a:lnTo>
                    <a:lnTo>
                      <a:pt x="41" y="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225"/>
              <p:cNvSpPr/>
              <p:nvPr/>
            </p:nvSpPr>
            <p:spPr bwMode="auto">
              <a:xfrm>
                <a:off x="5334000" y="4110038"/>
                <a:ext cx="203200" cy="104775"/>
              </a:xfrm>
              <a:custGeom>
                <a:avLst/>
                <a:gdLst>
                  <a:gd name="T0" fmla="*/ 0 w 128"/>
                  <a:gd name="T1" fmla="*/ 36 h 66"/>
                  <a:gd name="T2" fmla="*/ 36 w 128"/>
                  <a:gd name="T3" fmla="*/ 66 h 66"/>
                  <a:gd name="T4" fmla="*/ 128 w 128"/>
                  <a:gd name="T5" fmla="*/ 29 h 66"/>
                  <a:gd name="T6" fmla="*/ 93 w 128"/>
                  <a:gd name="T7" fmla="*/ 0 h 66"/>
                  <a:gd name="T8" fmla="*/ 0 w 128"/>
                  <a:gd name="T9" fmla="*/ 3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6">
                    <a:moveTo>
                      <a:pt x="0" y="36"/>
                    </a:moveTo>
                    <a:lnTo>
                      <a:pt x="36" y="66"/>
                    </a:lnTo>
                    <a:lnTo>
                      <a:pt x="128" y="29"/>
                    </a:lnTo>
                    <a:lnTo>
                      <a:pt x="93" y="0"/>
                    </a:lnTo>
                    <a:lnTo>
                      <a:pt x="0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226"/>
              <p:cNvSpPr/>
              <p:nvPr/>
            </p:nvSpPr>
            <p:spPr bwMode="auto">
              <a:xfrm>
                <a:off x="5319713" y="3992563"/>
                <a:ext cx="203200" cy="109538"/>
              </a:xfrm>
              <a:custGeom>
                <a:avLst/>
                <a:gdLst>
                  <a:gd name="T0" fmla="*/ 128 w 128"/>
                  <a:gd name="T1" fmla="*/ 36 h 69"/>
                  <a:gd name="T2" fmla="*/ 35 w 128"/>
                  <a:gd name="T3" fmla="*/ 0 h 69"/>
                  <a:gd name="T4" fmla="*/ 0 w 128"/>
                  <a:gd name="T5" fmla="*/ 32 h 69"/>
                  <a:gd name="T6" fmla="*/ 93 w 128"/>
                  <a:gd name="T7" fmla="*/ 69 h 69"/>
                  <a:gd name="T8" fmla="*/ 128 w 128"/>
                  <a:gd name="T9" fmla="*/ 36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9">
                    <a:moveTo>
                      <a:pt x="128" y="36"/>
                    </a:moveTo>
                    <a:lnTo>
                      <a:pt x="35" y="0"/>
                    </a:lnTo>
                    <a:lnTo>
                      <a:pt x="0" y="32"/>
                    </a:lnTo>
                    <a:lnTo>
                      <a:pt x="93" y="69"/>
                    </a:lnTo>
                    <a:lnTo>
                      <a:pt x="12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227"/>
              <p:cNvSpPr/>
              <p:nvPr/>
            </p:nvSpPr>
            <p:spPr bwMode="auto">
              <a:xfrm>
                <a:off x="5165725" y="4181476"/>
                <a:ext cx="147638" cy="163513"/>
              </a:xfrm>
              <a:custGeom>
                <a:avLst/>
                <a:gdLst>
                  <a:gd name="T0" fmla="*/ 0 w 93"/>
                  <a:gd name="T1" fmla="*/ 11 h 103"/>
                  <a:gd name="T2" fmla="*/ 0 w 93"/>
                  <a:gd name="T3" fmla="*/ 65 h 103"/>
                  <a:gd name="T4" fmla="*/ 93 w 93"/>
                  <a:gd name="T5" fmla="*/ 103 h 103"/>
                  <a:gd name="T6" fmla="*/ 93 w 93"/>
                  <a:gd name="T7" fmla="*/ 0 h 103"/>
                  <a:gd name="T8" fmla="*/ 57 w 93"/>
                  <a:gd name="T9" fmla="*/ 34 h 103"/>
                  <a:gd name="T10" fmla="*/ 0 w 93"/>
                  <a:gd name="T11" fmla="*/ 1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3" h="103">
                    <a:moveTo>
                      <a:pt x="0" y="11"/>
                    </a:moveTo>
                    <a:lnTo>
                      <a:pt x="0" y="65"/>
                    </a:lnTo>
                    <a:lnTo>
                      <a:pt x="93" y="103"/>
                    </a:lnTo>
                    <a:lnTo>
                      <a:pt x="93" y="0"/>
                    </a:lnTo>
                    <a:lnTo>
                      <a:pt x="57" y="34"/>
                    </a:ln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228"/>
              <p:cNvSpPr/>
              <p:nvPr/>
            </p:nvSpPr>
            <p:spPr bwMode="auto">
              <a:xfrm>
                <a:off x="5108575" y="4114801"/>
                <a:ext cx="200025" cy="109538"/>
              </a:xfrm>
              <a:custGeom>
                <a:avLst/>
                <a:gdLst>
                  <a:gd name="T0" fmla="*/ 126 w 126"/>
                  <a:gd name="T1" fmla="*/ 36 h 69"/>
                  <a:gd name="T2" fmla="*/ 33 w 126"/>
                  <a:gd name="T3" fmla="*/ 0 h 69"/>
                  <a:gd name="T4" fmla="*/ 0 w 126"/>
                  <a:gd name="T5" fmla="*/ 31 h 69"/>
                  <a:gd name="T6" fmla="*/ 91 w 126"/>
                  <a:gd name="T7" fmla="*/ 69 h 69"/>
                  <a:gd name="T8" fmla="*/ 126 w 126"/>
                  <a:gd name="T9" fmla="*/ 36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69">
                    <a:moveTo>
                      <a:pt x="126" y="36"/>
                    </a:moveTo>
                    <a:lnTo>
                      <a:pt x="33" y="0"/>
                    </a:lnTo>
                    <a:lnTo>
                      <a:pt x="0" y="31"/>
                    </a:lnTo>
                    <a:lnTo>
                      <a:pt x="91" y="69"/>
                    </a:lnTo>
                    <a:lnTo>
                      <a:pt x="126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/>
              <a:lstStyle/>
              <a:p>
                <a:endParaRPr lang="en-US" sz="2400">
                  <a:latin typeface="Open Sans" panose="020B0606030504020204" charset="0"/>
                  <a:ea typeface="Open Sans" panose="020B0606030504020204" charset="0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8450988" y="3463237"/>
            <a:ext cx="307015" cy="307052"/>
            <a:chOff x="11121822" y="1145785"/>
            <a:chExt cx="307214" cy="307212"/>
          </a:xfrm>
          <a:solidFill>
            <a:schemeClr val="accent1"/>
          </a:solidFill>
        </p:grpSpPr>
        <p:sp>
          <p:nvSpPr>
            <p:cNvPr id="48" name="Freeform 140"/>
            <p:cNvSpPr>
              <a:spLocks noEditPoints="1"/>
            </p:cNvSpPr>
            <p:nvPr/>
          </p:nvSpPr>
          <p:spPr bwMode="auto">
            <a:xfrm>
              <a:off x="11121822" y="1211403"/>
              <a:ext cx="241594" cy="241594"/>
            </a:xfrm>
            <a:custGeom>
              <a:avLst/>
              <a:gdLst>
                <a:gd name="T0" fmla="*/ 103 w 112"/>
                <a:gd name="T1" fmla="*/ 47 h 112"/>
                <a:gd name="T2" fmla="*/ 106 w 112"/>
                <a:gd name="T3" fmla="*/ 36 h 112"/>
                <a:gd name="T4" fmla="*/ 102 w 112"/>
                <a:gd name="T5" fmla="*/ 22 h 112"/>
                <a:gd name="T6" fmla="*/ 92 w 112"/>
                <a:gd name="T7" fmla="*/ 25 h 112"/>
                <a:gd name="T8" fmla="*/ 90 w 112"/>
                <a:gd name="T9" fmla="*/ 14 h 112"/>
                <a:gd name="T10" fmla="*/ 79 w 112"/>
                <a:gd name="T11" fmla="*/ 4 h 112"/>
                <a:gd name="T12" fmla="*/ 71 w 112"/>
                <a:gd name="T13" fmla="*/ 11 h 112"/>
                <a:gd name="T14" fmla="*/ 64 w 112"/>
                <a:gd name="T15" fmla="*/ 3 h 112"/>
                <a:gd name="T16" fmla="*/ 50 w 112"/>
                <a:gd name="T17" fmla="*/ 0 h 112"/>
                <a:gd name="T18" fmla="*/ 47 w 112"/>
                <a:gd name="T19" fmla="*/ 10 h 112"/>
                <a:gd name="T20" fmla="*/ 37 w 112"/>
                <a:gd name="T21" fmla="*/ 6 h 112"/>
                <a:gd name="T22" fmla="*/ 23 w 112"/>
                <a:gd name="T23" fmla="*/ 11 h 112"/>
                <a:gd name="T24" fmla="*/ 25 w 112"/>
                <a:gd name="T25" fmla="*/ 20 h 112"/>
                <a:gd name="T26" fmla="*/ 14 w 112"/>
                <a:gd name="T27" fmla="*/ 22 h 112"/>
                <a:gd name="T28" fmla="*/ 5 w 112"/>
                <a:gd name="T29" fmla="*/ 33 h 112"/>
                <a:gd name="T30" fmla="*/ 12 w 112"/>
                <a:gd name="T31" fmla="*/ 41 h 112"/>
                <a:gd name="T32" fmla="*/ 3 w 112"/>
                <a:gd name="T33" fmla="*/ 48 h 112"/>
                <a:gd name="T34" fmla="*/ 0 w 112"/>
                <a:gd name="T35" fmla="*/ 62 h 112"/>
                <a:gd name="T36" fmla="*/ 10 w 112"/>
                <a:gd name="T37" fmla="*/ 65 h 112"/>
                <a:gd name="T38" fmla="*/ 6 w 112"/>
                <a:gd name="T39" fmla="*/ 75 h 112"/>
                <a:gd name="T40" fmla="*/ 11 w 112"/>
                <a:gd name="T41" fmla="*/ 89 h 112"/>
                <a:gd name="T42" fmla="*/ 21 w 112"/>
                <a:gd name="T43" fmla="*/ 87 h 112"/>
                <a:gd name="T44" fmla="*/ 23 w 112"/>
                <a:gd name="T45" fmla="*/ 98 h 112"/>
                <a:gd name="T46" fmla="*/ 34 w 112"/>
                <a:gd name="T47" fmla="*/ 108 h 112"/>
                <a:gd name="T48" fmla="*/ 41 w 112"/>
                <a:gd name="T49" fmla="*/ 101 h 112"/>
                <a:gd name="T50" fmla="*/ 48 w 112"/>
                <a:gd name="T51" fmla="*/ 109 h 112"/>
                <a:gd name="T52" fmla="*/ 63 w 112"/>
                <a:gd name="T53" fmla="*/ 112 h 112"/>
                <a:gd name="T54" fmla="*/ 66 w 112"/>
                <a:gd name="T55" fmla="*/ 102 h 112"/>
                <a:gd name="T56" fmla="*/ 76 w 112"/>
                <a:gd name="T57" fmla="*/ 106 h 112"/>
                <a:gd name="T58" fmla="*/ 90 w 112"/>
                <a:gd name="T59" fmla="*/ 101 h 112"/>
                <a:gd name="T60" fmla="*/ 88 w 112"/>
                <a:gd name="T61" fmla="*/ 91 h 112"/>
                <a:gd name="T62" fmla="*/ 98 w 112"/>
                <a:gd name="T63" fmla="*/ 89 h 112"/>
                <a:gd name="T64" fmla="*/ 108 w 112"/>
                <a:gd name="T65" fmla="*/ 78 h 112"/>
                <a:gd name="T66" fmla="*/ 101 w 112"/>
                <a:gd name="T67" fmla="*/ 71 h 112"/>
                <a:gd name="T68" fmla="*/ 110 w 112"/>
                <a:gd name="T69" fmla="*/ 64 h 112"/>
                <a:gd name="T70" fmla="*/ 112 w 112"/>
                <a:gd name="T71" fmla="*/ 49 h 112"/>
                <a:gd name="T72" fmla="*/ 56 w 112"/>
                <a:gd name="T73" fmla="*/ 86 h 112"/>
                <a:gd name="T74" fmla="*/ 56 w 112"/>
                <a:gd name="T75" fmla="*/ 26 h 112"/>
                <a:gd name="T76" fmla="*/ 56 w 112"/>
                <a:gd name="T77" fmla="*/ 8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2" h="112">
                  <a:moveTo>
                    <a:pt x="110" y="47"/>
                  </a:moveTo>
                  <a:cubicBezTo>
                    <a:pt x="103" y="47"/>
                    <a:pt x="103" y="47"/>
                    <a:pt x="103" y="47"/>
                  </a:cubicBezTo>
                  <a:cubicBezTo>
                    <a:pt x="102" y="44"/>
                    <a:pt x="101" y="42"/>
                    <a:pt x="101" y="39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8" y="35"/>
                    <a:pt x="108" y="34"/>
                    <a:pt x="107" y="32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1"/>
                    <a:pt x="99" y="20"/>
                    <a:pt x="98" y="21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90" y="23"/>
                    <a:pt x="88" y="21"/>
                    <a:pt x="87" y="20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2"/>
                    <a:pt x="90" y="11"/>
                    <a:pt x="89" y="10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7" y="3"/>
                    <a:pt x="76" y="4"/>
                    <a:pt x="75" y="5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69" y="10"/>
                    <a:pt x="67" y="10"/>
                    <a:pt x="64" y="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4" y="1"/>
                    <a:pt x="63" y="0"/>
                    <a:pt x="6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7" y="1"/>
                    <a:pt x="47" y="3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5" y="10"/>
                    <a:pt x="42" y="11"/>
                    <a:pt x="40" y="12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4"/>
                    <a:pt x="34" y="4"/>
                    <a:pt x="33" y="5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1" y="11"/>
                    <a:pt x="21" y="13"/>
                    <a:pt x="22" y="14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22"/>
                    <a:pt x="22" y="24"/>
                    <a:pt x="20" y="26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1" y="22"/>
                    <a:pt x="10" y="2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4" y="35"/>
                    <a:pt x="4" y="36"/>
                    <a:pt x="6" y="37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1" y="43"/>
                    <a:pt x="10" y="45"/>
                    <a:pt x="10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2" y="48"/>
                    <a:pt x="0" y="49"/>
                    <a:pt x="0" y="51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4"/>
                    <a:pt x="2" y="65"/>
                    <a:pt x="3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1" y="68"/>
                    <a:pt x="11" y="70"/>
                    <a:pt x="12" y="72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5" y="76"/>
                    <a:pt x="5" y="78"/>
                    <a:pt x="5" y="79"/>
                  </a:cubicBezTo>
                  <a:cubicBezTo>
                    <a:pt x="11" y="89"/>
                    <a:pt x="11" y="89"/>
                    <a:pt x="11" y="89"/>
                  </a:cubicBezTo>
                  <a:cubicBezTo>
                    <a:pt x="12" y="91"/>
                    <a:pt x="14" y="91"/>
                    <a:pt x="15" y="90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3" y="89"/>
                    <a:pt x="24" y="91"/>
                    <a:pt x="26" y="92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2" y="99"/>
                    <a:pt x="23" y="101"/>
                    <a:pt x="24" y="102"/>
                  </a:cubicBezTo>
                  <a:cubicBezTo>
                    <a:pt x="34" y="108"/>
                    <a:pt x="34" y="108"/>
                    <a:pt x="34" y="108"/>
                  </a:cubicBezTo>
                  <a:cubicBezTo>
                    <a:pt x="35" y="108"/>
                    <a:pt x="37" y="108"/>
                    <a:pt x="38" y="106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4" y="101"/>
                    <a:pt x="46" y="102"/>
                    <a:pt x="48" y="102"/>
                  </a:cubicBezTo>
                  <a:cubicBezTo>
                    <a:pt x="48" y="109"/>
                    <a:pt x="48" y="109"/>
                    <a:pt x="48" y="109"/>
                  </a:cubicBezTo>
                  <a:cubicBezTo>
                    <a:pt x="48" y="111"/>
                    <a:pt x="50" y="112"/>
                    <a:pt x="51" y="112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4" y="112"/>
                    <a:pt x="66" y="111"/>
                    <a:pt x="66" y="109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68" y="102"/>
                    <a:pt x="70" y="101"/>
                    <a:pt x="73" y="100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77" y="107"/>
                    <a:pt x="79" y="108"/>
                    <a:pt x="80" y="107"/>
                  </a:cubicBezTo>
                  <a:cubicBezTo>
                    <a:pt x="90" y="101"/>
                    <a:pt x="90" y="101"/>
                    <a:pt x="90" y="101"/>
                  </a:cubicBezTo>
                  <a:cubicBezTo>
                    <a:pt x="91" y="100"/>
                    <a:pt x="92" y="99"/>
                    <a:pt x="91" y="97"/>
                  </a:cubicBezTo>
                  <a:cubicBezTo>
                    <a:pt x="88" y="91"/>
                    <a:pt x="88" y="91"/>
                    <a:pt x="88" y="91"/>
                  </a:cubicBezTo>
                  <a:cubicBezTo>
                    <a:pt x="89" y="90"/>
                    <a:pt x="91" y="88"/>
                    <a:pt x="93" y="86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0" y="90"/>
                    <a:pt x="102" y="90"/>
                    <a:pt x="102" y="88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9" y="77"/>
                    <a:pt x="108" y="75"/>
                    <a:pt x="107" y="74"/>
                  </a:cubicBezTo>
                  <a:cubicBezTo>
                    <a:pt x="101" y="71"/>
                    <a:pt x="101" y="71"/>
                    <a:pt x="101" y="71"/>
                  </a:cubicBezTo>
                  <a:cubicBezTo>
                    <a:pt x="102" y="69"/>
                    <a:pt x="102" y="66"/>
                    <a:pt x="103" y="64"/>
                  </a:cubicBezTo>
                  <a:cubicBezTo>
                    <a:pt x="110" y="64"/>
                    <a:pt x="110" y="64"/>
                    <a:pt x="110" y="64"/>
                  </a:cubicBezTo>
                  <a:cubicBezTo>
                    <a:pt x="111" y="64"/>
                    <a:pt x="112" y="63"/>
                    <a:pt x="112" y="61"/>
                  </a:cubicBezTo>
                  <a:cubicBezTo>
                    <a:pt x="112" y="49"/>
                    <a:pt x="112" y="49"/>
                    <a:pt x="112" y="49"/>
                  </a:cubicBezTo>
                  <a:cubicBezTo>
                    <a:pt x="112" y="48"/>
                    <a:pt x="111" y="47"/>
                    <a:pt x="110" y="47"/>
                  </a:cubicBezTo>
                  <a:close/>
                  <a:moveTo>
                    <a:pt x="56" y="86"/>
                  </a:moveTo>
                  <a:cubicBezTo>
                    <a:pt x="40" y="86"/>
                    <a:pt x="26" y="72"/>
                    <a:pt x="26" y="56"/>
                  </a:cubicBezTo>
                  <a:cubicBezTo>
                    <a:pt x="26" y="39"/>
                    <a:pt x="40" y="26"/>
                    <a:pt x="56" y="26"/>
                  </a:cubicBezTo>
                  <a:cubicBezTo>
                    <a:pt x="73" y="26"/>
                    <a:pt x="86" y="39"/>
                    <a:pt x="86" y="56"/>
                  </a:cubicBezTo>
                  <a:cubicBezTo>
                    <a:pt x="86" y="72"/>
                    <a:pt x="73" y="86"/>
                    <a:pt x="56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9" name="Freeform 141"/>
            <p:cNvSpPr>
              <a:spLocks noEditPoints="1"/>
            </p:cNvSpPr>
            <p:nvPr/>
          </p:nvSpPr>
          <p:spPr bwMode="auto">
            <a:xfrm>
              <a:off x="11317186" y="1145785"/>
              <a:ext cx="111850" cy="113341"/>
            </a:xfrm>
            <a:custGeom>
              <a:avLst/>
              <a:gdLst>
                <a:gd name="T0" fmla="*/ 48 w 52"/>
                <a:gd name="T1" fmla="*/ 23 h 52"/>
                <a:gd name="T2" fmla="*/ 50 w 52"/>
                <a:gd name="T3" fmla="*/ 17 h 52"/>
                <a:gd name="T4" fmla="*/ 48 w 52"/>
                <a:gd name="T5" fmla="*/ 11 h 52"/>
                <a:gd name="T6" fmla="*/ 44 w 52"/>
                <a:gd name="T7" fmla="*/ 12 h 52"/>
                <a:gd name="T8" fmla="*/ 42 w 52"/>
                <a:gd name="T9" fmla="*/ 6 h 52"/>
                <a:gd name="T10" fmla="*/ 38 w 52"/>
                <a:gd name="T11" fmla="*/ 2 h 52"/>
                <a:gd name="T12" fmla="*/ 34 w 52"/>
                <a:gd name="T13" fmla="*/ 5 h 52"/>
                <a:gd name="T14" fmla="*/ 30 w 52"/>
                <a:gd name="T15" fmla="*/ 1 h 52"/>
                <a:gd name="T16" fmla="*/ 24 w 52"/>
                <a:gd name="T17" fmla="*/ 0 h 52"/>
                <a:gd name="T18" fmla="*/ 23 w 52"/>
                <a:gd name="T19" fmla="*/ 4 h 52"/>
                <a:gd name="T20" fmla="*/ 17 w 52"/>
                <a:gd name="T21" fmla="*/ 2 h 52"/>
                <a:gd name="T22" fmla="*/ 11 w 52"/>
                <a:gd name="T23" fmla="*/ 4 h 52"/>
                <a:gd name="T24" fmla="*/ 12 w 52"/>
                <a:gd name="T25" fmla="*/ 8 h 52"/>
                <a:gd name="T26" fmla="*/ 6 w 52"/>
                <a:gd name="T27" fmla="*/ 10 h 52"/>
                <a:gd name="T28" fmla="*/ 2 w 52"/>
                <a:gd name="T29" fmla="*/ 14 h 52"/>
                <a:gd name="T30" fmla="*/ 6 w 52"/>
                <a:gd name="T31" fmla="*/ 18 h 52"/>
                <a:gd name="T32" fmla="*/ 1 w 52"/>
                <a:gd name="T33" fmla="*/ 22 h 52"/>
                <a:gd name="T34" fmla="*/ 0 w 52"/>
                <a:gd name="T35" fmla="*/ 28 h 52"/>
                <a:gd name="T36" fmla="*/ 4 w 52"/>
                <a:gd name="T37" fmla="*/ 29 h 52"/>
                <a:gd name="T38" fmla="*/ 2 w 52"/>
                <a:gd name="T39" fmla="*/ 35 h 52"/>
                <a:gd name="T40" fmla="*/ 4 w 52"/>
                <a:gd name="T41" fmla="*/ 41 h 52"/>
                <a:gd name="T42" fmla="*/ 9 w 52"/>
                <a:gd name="T43" fmla="*/ 40 h 52"/>
                <a:gd name="T44" fmla="*/ 10 w 52"/>
                <a:gd name="T45" fmla="*/ 46 h 52"/>
                <a:gd name="T46" fmla="*/ 15 w 52"/>
                <a:gd name="T47" fmla="*/ 50 h 52"/>
                <a:gd name="T48" fmla="*/ 18 w 52"/>
                <a:gd name="T49" fmla="*/ 47 h 52"/>
                <a:gd name="T50" fmla="*/ 22 w 52"/>
                <a:gd name="T51" fmla="*/ 51 h 52"/>
                <a:gd name="T52" fmla="*/ 28 w 52"/>
                <a:gd name="T53" fmla="*/ 52 h 52"/>
                <a:gd name="T54" fmla="*/ 29 w 52"/>
                <a:gd name="T55" fmla="*/ 48 h 52"/>
                <a:gd name="T56" fmla="*/ 35 w 52"/>
                <a:gd name="T57" fmla="*/ 50 h 52"/>
                <a:gd name="T58" fmla="*/ 41 w 52"/>
                <a:gd name="T59" fmla="*/ 48 h 52"/>
                <a:gd name="T60" fmla="*/ 40 w 52"/>
                <a:gd name="T61" fmla="*/ 43 h 52"/>
                <a:gd name="T62" fmla="*/ 46 w 52"/>
                <a:gd name="T63" fmla="*/ 42 h 52"/>
                <a:gd name="T64" fmla="*/ 50 w 52"/>
                <a:gd name="T65" fmla="*/ 37 h 52"/>
                <a:gd name="T66" fmla="*/ 47 w 52"/>
                <a:gd name="T67" fmla="*/ 34 h 52"/>
                <a:gd name="T68" fmla="*/ 51 w 52"/>
                <a:gd name="T69" fmla="*/ 30 h 52"/>
                <a:gd name="T70" fmla="*/ 52 w 52"/>
                <a:gd name="T71" fmla="*/ 24 h 52"/>
                <a:gd name="T72" fmla="*/ 26 w 52"/>
                <a:gd name="T73" fmla="*/ 40 h 52"/>
                <a:gd name="T74" fmla="*/ 26 w 52"/>
                <a:gd name="T75" fmla="*/ 12 h 52"/>
                <a:gd name="T76" fmla="*/ 26 w 52"/>
                <a:gd name="T77" fmla="*/ 4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2" h="52">
                  <a:moveTo>
                    <a:pt x="51" y="23"/>
                  </a:moveTo>
                  <a:cubicBezTo>
                    <a:pt x="48" y="23"/>
                    <a:pt x="48" y="23"/>
                    <a:pt x="48" y="23"/>
                  </a:cubicBezTo>
                  <a:cubicBezTo>
                    <a:pt x="48" y="21"/>
                    <a:pt x="48" y="20"/>
                    <a:pt x="47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0" y="16"/>
                    <a:pt x="51" y="16"/>
                    <a:pt x="50" y="15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0"/>
                    <a:pt x="47" y="10"/>
                    <a:pt x="46" y="11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1"/>
                    <a:pt x="42" y="10"/>
                    <a:pt x="40" y="9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5"/>
                    <a:pt x="42" y="4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2"/>
                    <a:pt x="36" y="2"/>
                    <a:pt x="36" y="3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2" y="4"/>
                    <a:pt x="30" y="4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29" y="0"/>
                    <a:pt x="2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3" y="0"/>
                    <a:pt x="23" y="1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1" y="4"/>
                    <a:pt x="20" y="5"/>
                    <a:pt x="19" y="5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6" y="1"/>
                    <a:pt x="15" y="2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5"/>
                    <a:pt x="11" y="6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9"/>
                    <a:pt x="10" y="10"/>
                    <a:pt x="9" y="12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5" y="10"/>
                    <a:pt x="5" y="1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6"/>
                    <a:pt x="3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9"/>
                    <a:pt x="5" y="21"/>
                    <a:pt x="4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2"/>
                    <a:pt x="0" y="23"/>
                    <a:pt x="0" y="2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9"/>
                    <a:pt x="0" y="29"/>
                    <a:pt x="1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1"/>
                    <a:pt x="5" y="32"/>
                    <a:pt x="5" y="34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6"/>
                    <a:pt x="2" y="36"/>
                    <a:pt x="2" y="37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5" y="41"/>
                    <a:pt x="5" y="42"/>
                    <a:pt x="6" y="41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0" y="41"/>
                    <a:pt x="11" y="42"/>
                    <a:pt x="12" y="43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6"/>
                    <a:pt x="10" y="47"/>
                    <a:pt x="11" y="47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6" y="50"/>
                    <a:pt x="16" y="49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9" y="47"/>
                    <a:pt x="21" y="48"/>
                    <a:pt x="22" y="48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2" y="52"/>
                    <a:pt x="23" y="52"/>
                    <a:pt x="24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9" y="52"/>
                    <a:pt x="29" y="52"/>
                    <a:pt x="29" y="51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31" y="48"/>
                    <a:pt x="32" y="47"/>
                    <a:pt x="34" y="47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0"/>
                    <a:pt x="36" y="50"/>
                    <a:pt x="37" y="50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1" y="46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2"/>
                    <a:pt x="42" y="41"/>
                    <a:pt x="43" y="40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2"/>
                    <a:pt x="47" y="42"/>
                    <a:pt x="48" y="41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7"/>
                    <a:pt x="50" y="36"/>
                    <a:pt x="50" y="36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3"/>
                    <a:pt x="48" y="31"/>
                    <a:pt x="48" y="30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52" y="30"/>
                    <a:pt x="52" y="29"/>
                    <a:pt x="52" y="29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3"/>
                    <a:pt x="52" y="23"/>
                    <a:pt x="51" y="23"/>
                  </a:cubicBezTo>
                  <a:close/>
                  <a:moveTo>
                    <a:pt x="26" y="40"/>
                  </a:moveTo>
                  <a:cubicBezTo>
                    <a:pt x="18" y="40"/>
                    <a:pt x="12" y="34"/>
                    <a:pt x="12" y="26"/>
                  </a:cubicBezTo>
                  <a:cubicBezTo>
                    <a:pt x="12" y="18"/>
                    <a:pt x="18" y="12"/>
                    <a:pt x="26" y="12"/>
                  </a:cubicBezTo>
                  <a:cubicBezTo>
                    <a:pt x="34" y="12"/>
                    <a:pt x="40" y="18"/>
                    <a:pt x="40" y="26"/>
                  </a:cubicBezTo>
                  <a:cubicBezTo>
                    <a:pt x="40" y="34"/>
                    <a:pt x="34" y="40"/>
                    <a:pt x="26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0" name="Freeform 142"/>
          <p:cNvSpPr/>
          <p:nvPr/>
        </p:nvSpPr>
        <p:spPr bwMode="auto">
          <a:xfrm>
            <a:off x="1426765" y="4751716"/>
            <a:ext cx="292109" cy="238489"/>
          </a:xfrm>
          <a:custGeom>
            <a:avLst/>
            <a:gdLst>
              <a:gd name="T0" fmla="*/ 135 w 135"/>
              <a:gd name="T1" fmla="*/ 49 h 110"/>
              <a:gd name="T2" fmla="*/ 68 w 135"/>
              <a:gd name="T3" fmla="*/ 0 h 110"/>
              <a:gd name="T4" fmla="*/ 0 w 135"/>
              <a:gd name="T5" fmla="*/ 49 h 110"/>
              <a:gd name="T6" fmla="*/ 68 w 135"/>
              <a:gd name="T7" fmla="*/ 99 h 110"/>
              <a:gd name="T8" fmla="*/ 93 w 135"/>
              <a:gd name="T9" fmla="*/ 96 h 110"/>
              <a:gd name="T10" fmla="*/ 121 w 135"/>
              <a:gd name="T11" fmla="*/ 110 h 110"/>
              <a:gd name="T12" fmla="*/ 113 w 135"/>
              <a:gd name="T13" fmla="*/ 86 h 110"/>
              <a:gd name="T14" fmla="*/ 135 w 135"/>
              <a:gd name="T15" fmla="*/ 49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5" h="110">
                <a:moveTo>
                  <a:pt x="135" y="49"/>
                </a:moveTo>
                <a:cubicBezTo>
                  <a:pt x="135" y="22"/>
                  <a:pt x="105" y="0"/>
                  <a:pt x="68" y="0"/>
                </a:cubicBezTo>
                <a:cubicBezTo>
                  <a:pt x="30" y="0"/>
                  <a:pt x="0" y="22"/>
                  <a:pt x="0" y="49"/>
                </a:cubicBezTo>
                <a:cubicBezTo>
                  <a:pt x="0" y="77"/>
                  <a:pt x="30" y="99"/>
                  <a:pt x="68" y="99"/>
                </a:cubicBezTo>
                <a:cubicBezTo>
                  <a:pt x="76" y="99"/>
                  <a:pt x="85" y="98"/>
                  <a:pt x="93" y="96"/>
                </a:cubicBezTo>
                <a:cubicBezTo>
                  <a:pt x="95" y="95"/>
                  <a:pt x="121" y="110"/>
                  <a:pt x="121" y="110"/>
                </a:cubicBezTo>
                <a:cubicBezTo>
                  <a:pt x="113" y="86"/>
                  <a:pt x="113" y="86"/>
                  <a:pt x="113" y="86"/>
                </a:cubicBezTo>
                <a:cubicBezTo>
                  <a:pt x="126" y="77"/>
                  <a:pt x="135" y="64"/>
                  <a:pt x="135" y="4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en-US" sz="24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Freeform 149"/>
          <p:cNvSpPr/>
          <p:nvPr/>
        </p:nvSpPr>
        <p:spPr bwMode="auto">
          <a:xfrm>
            <a:off x="1419310" y="3477827"/>
            <a:ext cx="307012" cy="301091"/>
          </a:xfrm>
          <a:custGeom>
            <a:avLst/>
            <a:gdLst>
              <a:gd name="T0" fmla="*/ 133 w 142"/>
              <a:gd name="T1" fmla="*/ 95 h 139"/>
              <a:gd name="T2" fmla="*/ 106 w 142"/>
              <a:gd name="T3" fmla="*/ 89 h 139"/>
              <a:gd name="T4" fmla="*/ 83 w 142"/>
              <a:gd name="T5" fmla="*/ 67 h 139"/>
              <a:gd name="T6" fmla="*/ 111 w 142"/>
              <a:gd name="T7" fmla="*/ 39 h 139"/>
              <a:gd name="T8" fmla="*/ 119 w 142"/>
              <a:gd name="T9" fmla="*/ 38 h 139"/>
              <a:gd name="T10" fmla="*/ 133 w 142"/>
              <a:gd name="T11" fmla="*/ 16 h 139"/>
              <a:gd name="T12" fmla="*/ 125 w 142"/>
              <a:gd name="T13" fmla="*/ 9 h 139"/>
              <a:gd name="T14" fmla="*/ 104 w 142"/>
              <a:gd name="T15" fmla="*/ 23 h 139"/>
              <a:gd name="T16" fmla="*/ 103 w 142"/>
              <a:gd name="T17" fmla="*/ 30 h 139"/>
              <a:gd name="T18" fmla="*/ 75 w 142"/>
              <a:gd name="T19" fmla="*/ 58 h 139"/>
              <a:gd name="T20" fmla="*/ 51 w 142"/>
              <a:gd name="T21" fmla="*/ 34 h 139"/>
              <a:gd name="T22" fmla="*/ 45 w 142"/>
              <a:gd name="T23" fmla="*/ 7 h 139"/>
              <a:gd name="T24" fmla="*/ 29 w 142"/>
              <a:gd name="T25" fmla="*/ 0 h 139"/>
              <a:gd name="T26" fmla="*/ 39 w 142"/>
              <a:gd name="T27" fmla="*/ 10 h 139"/>
              <a:gd name="T28" fmla="*/ 35 w 142"/>
              <a:gd name="T29" fmla="*/ 27 h 139"/>
              <a:gd name="T30" fmla="*/ 18 w 142"/>
              <a:gd name="T31" fmla="*/ 32 h 139"/>
              <a:gd name="T32" fmla="*/ 3 w 142"/>
              <a:gd name="T33" fmla="*/ 17 h 139"/>
              <a:gd name="T34" fmla="*/ 9 w 142"/>
              <a:gd name="T35" fmla="*/ 43 h 139"/>
              <a:gd name="T36" fmla="*/ 37 w 142"/>
              <a:gd name="T37" fmla="*/ 48 h 139"/>
              <a:gd name="T38" fmla="*/ 58 w 142"/>
              <a:gd name="T39" fmla="*/ 70 h 139"/>
              <a:gd name="T40" fmla="*/ 12 w 142"/>
              <a:gd name="T41" fmla="*/ 115 h 139"/>
              <a:gd name="T42" fmla="*/ 12 w 142"/>
              <a:gd name="T43" fmla="*/ 129 h 139"/>
              <a:gd name="T44" fmla="*/ 13 w 142"/>
              <a:gd name="T45" fmla="*/ 130 h 139"/>
              <a:gd name="T46" fmla="*/ 26 w 142"/>
              <a:gd name="T47" fmla="*/ 130 h 139"/>
              <a:gd name="T48" fmla="*/ 72 w 142"/>
              <a:gd name="T49" fmla="*/ 84 h 139"/>
              <a:gd name="T50" fmla="*/ 92 w 142"/>
              <a:gd name="T51" fmla="*/ 103 h 139"/>
              <a:gd name="T52" fmla="*/ 97 w 142"/>
              <a:gd name="T53" fmla="*/ 131 h 139"/>
              <a:gd name="T54" fmla="*/ 119 w 142"/>
              <a:gd name="T55" fmla="*/ 138 h 139"/>
              <a:gd name="T56" fmla="*/ 105 w 142"/>
              <a:gd name="T57" fmla="*/ 124 h 139"/>
              <a:gd name="T58" fmla="*/ 109 w 142"/>
              <a:gd name="T59" fmla="*/ 110 h 139"/>
              <a:gd name="T60" fmla="*/ 123 w 142"/>
              <a:gd name="T61" fmla="*/ 106 h 139"/>
              <a:gd name="T62" fmla="*/ 139 w 142"/>
              <a:gd name="T63" fmla="*/ 122 h 139"/>
              <a:gd name="T64" fmla="*/ 133 w 142"/>
              <a:gd name="T65" fmla="*/ 95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2" h="139">
                <a:moveTo>
                  <a:pt x="133" y="95"/>
                </a:moveTo>
                <a:cubicBezTo>
                  <a:pt x="126" y="87"/>
                  <a:pt x="115" y="86"/>
                  <a:pt x="106" y="89"/>
                </a:cubicBezTo>
                <a:cubicBezTo>
                  <a:pt x="83" y="67"/>
                  <a:pt x="83" y="67"/>
                  <a:pt x="83" y="67"/>
                </a:cubicBezTo>
                <a:cubicBezTo>
                  <a:pt x="111" y="39"/>
                  <a:pt x="111" y="39"/>
                  <a:pt x="111" y="39"/>
                </a:cubicBezTo>
                <a:cubicBezTo>
                  <a:pt x="119" y="38"/>
                  <a:pt x="119" y="38"/>
                  <a:pt x="119" y="38"/>
                </a:cubicBezTo>
                <a:cubicBezTo>
                  <a:pt x="133" y="16"/>
                  <a:pt x="133" y="16"/>
                  <a:pt x="133" y="16"/>
                </a:cubicBezTo>
                <a:cubicBezTo>
                  <a:pt x="125" y="9"/>
                  <a:pt x="125" y="9"/>
                  <a:pt x="125" y="9"/>
                </a:cubicBezTo>
                <a:cubicBezTo>
                  <a:pt x="104" y="23"/>
                  <a:pt x="104" y="23"/>
                  <a:pt x="104" y="23"/>
                </a:cubicBezTo>
                <a:cubicBezTo>
                  <a:pt x="103" y="30"/>
                  <a:pt x="103" y="30"/>
                  <a:pt x="103" y="30"/>
                </a:cubicBezTo>
                <a:cubicBezTo>
                  <a:pt x="75" y="58"/>
                  <a:pt x="75" y="58"/>
                  <a:pt x="75" y="58"/>
                </a:cubicBezTo>
                <a:cubicBezTo>
                  <a:pt x="51" y="34"/>
                  <a:pt x="51" y="34"/>
                  <a:pt x="51" y="34"/>
                </a:cubicBezTo>
                <a:cubicBezTo>
                  <a:pt x="54" y="25"/>
                  <a:pt x="52" y="14"/>
                  <a:pt x="45" y="7"/>
                </a:cubicBezTo>
                <a:cubicBezTo>
                  <a:pt x="41" y="2"/>
                  <a:pt x="35" y="0"/>
                  <a:pt x="29" y="0"/>
                </a:cubicBezTo>
                <a:cubicBezTo>
                  <a:pt x="39" y="10"/>
                  <a:pt x="39" y="10"/>
                  <a:pt x="39" y="10"/>
                </a:cubicBezTo>
                <a:cubicBezTo>
                  <a:pt x="35" y="27"/>
                  <a:pt x="35" y="27"/>
                  <a:pt x="35" y="27"/>
                </a:cubicBezTo>
                <a:cubicBezTo>
                  <a:pt x="18" y="32"/>
                  <a:pt x="18" y="32"/>
                  <a:pt x="18" y="32"/>
                </a:cubicBezTo>
                <a:cubicBezTo>
                  <a:pt x="3" y="17"/>
                  <a:pt x="3" y="17"/>
                  <a:pt x="3" y="17"/>
                </a:cubicBezTo>
                <a:cubicBezTo>
                  <a:pt x="0" y="26"/>
                  <a:pt x="3" y="36"/>
                  <a:pt x="9" y="43"/>
                </a:cubicBezTo>
                <a:cubicBezTo>
                  <a:pt x="17" y="50"/>
                  <a:pt x="28" y="52"/>
                  <a:pt x="37" y="48"/>
                </a:cubicBezTo>
                <a:cubicBezTo>
                  <a:pt x="58" y="70"/>
                  <a:pt x="58" y="70"/>
                  <a:pt x="58" y="70"/>
                </a:cubicBezTo>
                <a:cubicBezTo>
                  <a:pt x="12" y="115"/>
                  <a:pt x="12" y="115"/>
                  <a:pt x="12" y="115"/>
                </a:cubicBezTo>
                <a:cubicBezTo>
                  <a:pt x="9" y="119"/>
                  <a:pt x="9" y="125"/>
                  <a:pt x="12" y="129"/>
                </a:cubicBezTo>
                <a:cubicBezTo>
                  <a:pt x="13" y="130"/>
                  <a:pt x="13" y="130"/>
                  <a:pt x="13" y="130"/>
                </a:cubicBezTo>
                <a:cubicBezTo>
                  <a:pt x="17" y="133"/>
                  <a:pt x="23" y="133"/>
                  <a:pt x="26" y="130"/>
                </a:cubicBezTo>
                <a:cubicBezTo>
                  <a:pt x="72" y="84"/>
                  <a:pt x="72" y="84"/>
                  <a:pt x="72" y="84"/>
                </a:cubicBezTo>
                <a:cubicBezTo>
                  <a:pt x="92" y="103"/>
                  <a:pt x="92" y="103"/>
                  <a:pt x="92" y="103"/>
                </a:cubicBezTo>
                <a:cubicBezTo>
                  <a:pt x="88" y="112"/>
                  <a:pt x="90" y="123"/>
                  <a:pt x="97" y="131"/>
                </a:cubicBezTo>
                <a:cubicBezTo>
                  <a:pt x="103" y="136"/>
                  <a:pt x="111" y="139"/>
                  <a:pt x="119" y="138"/>
                </a:cubicBezTo>
                <a:cubicBezTo>
                  <a:pt x="105" y="124"/>
                  <a:pt x="105" y="124"/>
                  <a:pt x="105" y="124"/>
                </a:cubicBezTo>
                <a:cubicBezTo>
                  <a:pt x="109" y="110"/>
                  <a:pt x="109" y="110"/>
                  <a:pt x="109" y="110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39" y="122"/>
                  <a:pt x="139" y="122"/>
                  <a:pt x="139" y="122"/>
                </a:cubicBezTo>
                <a:cubicBezTo>
                  <a:pt x="142" y="113"/>
                  <a:pt x="140" y="102"/>
                  <a:pt x="133" y="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en-US" sz="24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8448752" y="2262762"/>
            <a:ext cx="311484" cy="193772"/>
            <a:chOff x="8292784" y="1202455"/>
            <a:chExt cx="311687" cy="193872"/>
          </a:xfrm>
          <a:solidFill>
            <a:schemeClr val="accent1"/>
          </a:solidFill>
        </p:grpSpPr>
        <p:sp>
          <p:nvSpPr>
            <p:cNvPr id="53" name="Freeform 151"/>
            <p:cNvSpPr/>
            <p:nvPr/>
          </p:nvSpPr>
          <p:spPr bwMode="auto">
            <a:xfrm>
              <a:off x="8297258" y="1202455"/>
              <a:ext cx="299756" cy="123780"/>
            </a:xfrm>
            <a:custGeom>
              <a:avLst/>
              <a:gdLst>
                <a:gd name="T0" fmla="*/ 135 w 139"/>
                <a:gd name="T1" fmla="*/ 0 h 57"/>
                <a:gd name="T2" fmla="*/ 4 w 139"/>
                <a:gd name="T3" fmla="*/ 0 h 57"/>
                <a:gd name="T4" fmla="*/ 0 w 139"/>
                <a:gd name="T5" fmla="*/ 1 h 57"/>
                <a:gd name="T6" fmla="*/ 65 w 139"/>
                <a:gd name="T7" fmla="*/ 55 h 57"/>
                <a:gd name="T8" fmla="*/ 74 w 139"/>
                <a:gd name="T9" fmla="*/ 55 h 57"/>
                <a:gd name="T10" fmla="*/ 139 w 139"/>
                <a:gd name="T11" fmla="*/ 1 h 57"/>
                <a:gd name="T12" fmla="*/ 135 w 139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" h="57">
                  <a:moveTo>
                    <a:pt x="13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8" y="57"/>
                    <a:pt x="72" y="57"/>
                    <a:pt x="74" y="55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38" y="0"/>
                    <a:pt x="137" y="0"/>
                    <a:pt x="1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4" name="Freeform 152"/>
            <p:cNvSpPr>
              <a:spLocks noEditPoints="1"/>
            </p:cNvSpPr>
            <p:nvPr/>
          </p:nvSpPr>
          <p:spPr bwMode="auto">
            <a:xfrm>
              <a:off x="8292784" y="1221842"/>
              <a:ext cx="311687" cy="174485"/>
            </a:xfrm>
            <a:custGeom>
              <a:avLst/>
              <a:gdLst>
                <a:gd name="T0" fmla="*/ 77 w 144"/>
                <a:gd name="T1" fmla="*/ 55 h 81"/>
                <a:gd name="T2" fmla="*/ 67 w 144"/>
                <a:gd name="T3" fmla="*/ 55 h 81"/>
                <a:gd name="T4" fmla="*/ 0 w 144"/>
                <a:gd name="T5" fmla="*/ 0 h 81"/>
                <a:gd name="T6" fmla="*/ 0 w 144"/>
                <a:gd name="T7" fmla="*/ 74 h 81"/>
                <a:gd name="T8" fmla="*/ 6 w 144"/>
                <a:gd name="T9" fmla="*/ 81 h 81"/>
                <a:gd name="T10" fmla="*/ 137 w 144"/>
                <a:gd name="T11" fmla="*/ 81 h 81"/>
                <a:gd name="T12" fmla="*/ 144 w 144"/>
                <a:gd name="T13" fmla="*/ 74 h 81"/>
                <a:gd name="T14" fmla="*/ 144 w 144"/>
                <a:gd name="T15" fmla="*/ 0 h 81"/>
                <a:gd name="T16" fmla="*/ 77 w 144"/>
                <a:gd name="T17" fmla="*/ 55 h 81"/>
                <a:gd name="T18" fmla="*/ 41 w 144"/>
                <a:gd name="T19" fmla="*/ 45 h 81"/>
                <a:gd name="T20" fmla="*/ 10 w 144"/>
                <a:gd name="T21" fmla="*/ 75 h 81"/>
                <a:gd name="T22" fmla="*/ 8 w 144"/>
                <a:gd name="T23" fmla="*/ 76 h 81"/>
                <a:gd name="T24" fmla="*/ 6 w 144"/>
                <a:gd name="T25" fmla="*/ 75 h 81"/>
                <a:gd name="T26" fmla="*/ 6 w 144"/>
                <a:gd name="T27" fmla="*/ 71 h 81"/>
                <a:gd name="T28" fmla="*/ 37 w 144"/>
                <a:gd name="T29" fmla="*/ 41 h 81"/>
                <a:gd name="T30" fmla="*/ 41 w 144"/>
                <a:gd name="T31" fmla="*/ 41 h 81"/>
                <a:gd name="T32" fmla="*/ 41 w 144"/>
                <a:gd name="T33" fmla="*/ 45 h 81"/>
                <a:gd name="T34" fmla="*/ 138 w 144"/>
                <a:gd name="T35" fmla="*/ 75 h 81"/>
                <a:gd name="T36" fmla="*/ 136 w 144"/>
                <a:gd name="T37" fmla="*/ 76 h 81"/>
                <a:gd name="T38" fmla="*/ 134 w 144"/>
                <a:gd name="T39" fmla="*/ 75 h 81"/>
                <a:gd name="T40" fmla="*/ 102 w 144"/>
                <a:gd name="T41" fmla="*/ 45 h 81"/>
                <a:gd name="T42" fmla="*/ 102 w 144"/>
                <a:gd name="T43" fmla="*/ 41 h 81"/>
                <a:gd name="T44" fmla="*/ 106 w 144"/>
                <a:gd name="T45" fmla="*/ 41 h 81"/>
                <a:gd name="T46" fmla="*/ 138 w 144"/>
                <a:gd name="T47" fmla="*/ 71 h 81"/>
                <a:gd name="T48" fmla="*/ 138 w 144"/>
                <a:gd name="T49" fmla="*/ 7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4" h="81">
                  <a:moveTo>
                    <a:pt x="77" y="55"/>
                  </a:moveTo>
                  <a:cubicBezTo>
                    <a:pt x="74" y="57"/>
                    <a:pt x="69" y="57"/>
                    <a:pt x="67" y="5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8"/>
                    <a:pt x="3" y="81"/>
                    <a:pt x="6" y="81"/>
                  </a:cubicBezTo>
                  <a:cubicBezTo>
                    <a:pt x="137" y="81"/>
                    <a:pt x="137" y="81"/>
                    <a:pt x="137" y="81"/>
                  </a:cubicBezTo>
                  <a:cubicBezTo>
                    <a:pt x="141" y="81"/>
                    <a:pt x="144" y="78"/>
                    <a:pt x="144" y="74"/>
                  </a:cubicBezTo>
                  <a:cubicBezTo>
                    <a:pt x="144" y="0"/>
                    <a:pt x="144" y="0"/>
                    <a:pt x="144" y="0"/>
                  </a:cubicBezTo>
                  <a:lnTo>
                    <a:pt x="77" y="55"/>
                  </a:lnTo>
                  <a:close/>
                  <a:moveTo>
                    <a:pt x="41" y="45"/>
                  </a:moveTo>
                  <a:cubicBezTo>
                    <a:pt x="10" y="75"/>
                    <a:pt x="10" y="75"/>
                    <a:pt x="10" y="75"/>
                  </a:cubicBezTo>
                  <a:cubicBezTo>
                    <a:pt x="9" y="75"/>
                    <a:pt x="8" y="76"/>
                    <a:pt x="8" y="76"/>
                  </a:cubicBezTo>
                  <a:cubicBezTo>
                    <a:pt x="7" y="76"/>
                    <a:pt x="6" y="75"/>
                    <a:pt x="6" y="75"/>
                  </a:cubicBezTo>
                  <a:cubicBezTo>
                    <a:pt x="5" y="74"/>
                    <a:pt x="5" y="72"/>
                    <a:pt x="6" y="7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0"/>
                    <a:pt x="40" y="40"/>
                    <a:pt x="41" y="41"/>
                  </a:cubicBezTo>
                  <a:cubicBezTo>
                    <a:pt x="42" y="42"/>
                    <a:pt x="42" y="44"/>
                    <a:pt x="41" y="45"/>
                  </a:cubicBezTo>
                  <a:close/>
                  <a:moveTo>
                    <a:pt x="138" y="75"/>
                  </a:moveTo>
                  <a:cubicBezTo>
                    <a:pt x="137" y="75"/>
                    <a:pt x="136" y="76"/>
                    <a:pt x="136" y="76"/>
                  </a:cubicBezTo>
                  <a:cubicBezTo>
                    <a:pt x="135" y="76"/>
                    <a:pt x="134" y="75"/>
                    <a:pt x="134" y="7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2"/>
                    <a:pt x="102" y="41"/>
                  </a:cubicBezTo>
                  <a:cubicBezTo>
                    <a:pt x="103" y="40"/>
                    <a:pt x="105" y="40"/>
                    <a:pt x="106" y="41"/>
                  </a:cubicBezTo>
                  <a:cubicBezTo>
                    <a:pt x="138" y="71"/>
                    <a:pt x="138" y="71"/>
                    <a:pt x="138" y="71"/>
                  </a:cubicBezTo>
                  <a:cubicBezTo>
                    <a:pt x="139" y="72"/>
                    <a:pt x="139" y="74"/>
                    <a:pt x="138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5" name="Freeform 116"/>
          <p:cNvSpPr>
            <a:spLocks noEditPoints="1"/>
          </p:cNvSpPr>
          <p:nvPr/>
        </p:nvSpPr>
        <p:spPr bwMode="auto">
          <a:xfrm>
            <a:off x="1408132" y="2259508"/>
            <a:ext cx="329369" cy="290656"/>
          </a:xfrm>
          <a:custGeom>
            <a:avLst/>
            <a:gdLst>
              <a:gd name="T0" fmla="*/ 209 w 221"/>
              <a:gd name="T1" fmla="*/ 95 h 195"/>
              <a:gd name="T2" fmla="*/ 209 w 221"/>
              <a:gd name="T3" fmla="*/ 82 h 195"/>
              <a:gd name="T4" fmla="*/ 221 w 221"/>
              <a:gd name="T5" fmla="*/ 82 h 195"/>
              <a:gd name="T6" fmla="*/ 221 w 221"/>
              <a:gd name="T7" fmla="*/ 74 h 195"/>
              <a:gd name="T8" fmla="*/ 110 w 221"/>
              <a:gd name="T9" fmla="*/ 0 h 195"/>
              <a:gd name="T10" fmla="*/ 0 w 221"/>
              <a:gd name="T11" fmla="*/ 74 h 195"/>
              <a:gd name="T12" fmla="*/ 0 w 221"/>
              <a:gd name="T13" fmla="*/ 82 h 195"/>
              <a:gd name="T14" fmla="*/ 10 w 221"/>
              <a:gd name="T15" fmla="*/ 82 h 195"/>
              <a:gd name="T16" fmla="*/ 10 w 221"/>
              <a:gd name="T17" fmla="*/ 95 h 195"/>
              <a:gd name="T18" fmla="*/ 23 w 221"/>
              <a:gd name="T19" fmla="*/ 95 h 195"/>
              <a:gd name="T20" fmla="*/ 23 w 221"/>
              <a:gd name="T21" fmla="*/ 166 h 195"/>
              <a:gd name="T22" fmla="*/ 10 w 221"/>
              <a:gd name="T23" fmla="*/ 166 h 195"/>
              <a:gd name="T24" fmla="*/ 10 w 221"/>
              <a:gd name="T25" fmla="*/ 179 h 195"/>
              <a:gd name="T26" fmla="*/ 0 w 221"/>
              <a:gd name="T27" fmla="*/ 179 h 195"/>
              <a:gd name="T28" fmla="*/ 0 w 221"/>
              <a:gd name="T29" fmla="*/ 195 h 195"/>
              <a:gd name="T30" fmla="*/ 221 w 221"/>
              <a:gd name="T31" fmla="*/ 195 h 195"/>
              <a:gd name="T32" fmla="*/ 221 w 221"/>
              <a:gd name="T33" fmla="*/ 179 h 195"/>
              <a:gd name="T34" fmla="*/ 209 w 221"/>
              <a:gd name="T35" fmla="*/ 179 h 195"/>
              <a:gd name="T36" fmla="*/ 209 w 221"/>
              <a:gd name="T37" fmla="*/ 166 h 195"/>
              <a:gd name="T38" fmla="*/ 197 w 221"/>
              <a:gd name="T39" fmla="*/ 166 h 195"/>
              <a:gd name="T40" fmla="*/ 197 w 221"/>
              <a:gd name="T41" fmla="*/ 95 h 195"/>
              <a:gd name="T42" fmla="*/ 209 w 221"/>
              <a:gd name="T43" fmla="*/ 95 h 195"/>
              <a:gd name="T44" fmla="*/ 73 w 221"/>
              <a:gd name="T45" fmla="*/ 166 h 195"/>
              <a:gd name="T46" fmla="*/ 49 w 221"/>
              <a:gd name="T47" fmla="*/ 166 h 195"/>
              <a:gd name="T48" fmla="*/ 49 w 221"/>
              <a:gd name="T49" fmla="*/ 95 h 195"/>
              <a:gd name="T50" fmla="*/ 73 w 221"/>
              <a:gd name="T51" fmla="*/ 95 h 195"/>
              <a:gd name="T52" fmla="*/ 73 w 221"/>
              <a:gd name="T53" fmla="*/ 166 h 195"/>
              <a:gd name="T54" fmla="*/ 122 w 221"/>
              <a:gd name="T55" fmla="*/ 166 h 195"/>
              <a:gd name="T56" fmla="*/ 99 w 221"/>
              <a:gd name="T57" fmla="*/ 166 h 195"/>
              <a:gd name="T58" fmla="*/ 99 w 221"/>
              <a:gd name="T59" fmla="*/ 95 h 195"/>
              <a:gd name="T60" fmla="*/ 122 w 221"/>
              <a:gd name="T61" fmla="*/ 95 h 195"/>
              <a:gd name="T62" fmla="*/ 122 w 221"/>
              <a:gd name="T63" fmla="*/ 166 h 195"/>
              <a:gd name="T64" fmla="*/ 171 w 221"/>
              <a:gd name="T65" fmla="*/ 166 h 195"/>
              <a:gd name="T66" fmla="*/ 148 w 221"/>
              <a:gd name="T67" fmla="*/ 166 h 195"/>
              <a:gd name="T68" fmla="*/ 148 w 221"/>
              <a:gd name="T69" fmla="*/ 95 h 195"/>
              <a:gd name="T70" fmla="*/ 171 w 221"/>
              <a:gd name="T71" fmla="*/ 95 h 195"/>
              <a:gd name="T72" fmla="*/ 171 w 221"/>
              <a:gd name="T73" fmla="*/ 166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1" h="195">
                <a:moveTo>
                  <a:pt x="209" y="95"/>
                </a:moveTo>
                <a:lnTo>
                  <a:pt x="209" y="82"/>
                </a:lnTo>
                <a:lnTo>
                  <a:pt x="221" y="82"/>
                </a:lnTo>
                <a:lnTo>
                  <a:pt x="221" y="74"/>
                </a:lnTo>
                <a:lnTo>
                  <a:pt x="110" y="0"/>
                </a:lnTo>
                <a:lnTo>
                  <a:pt x="0" y="74"/>
                </a:lnTo>
                <a:lnTo>
                  <a:pt x="0" y="82"/>
                </a:lnTo>
                <a:lnTo>
                  <a:pt x="10" y="82"/>
                </a:lnTo>
                <a:lnTo>
                  <a:pt x="10" y="95"/>
                </a:lnTo>
                <a:lnTo>
                  <a:pt x="23" y="95"/>
                </a:lnTo>
                <a:lnTo>
                  <a:pt x="23" y="166"/>
                </a:lnTo>
                <a:lnTo>
                  <a:pt x="10" y="166"/>
                </a:lnTo>
                <a:lnTo>
                  <a:pt x="10" y="179"/>
                </a:lnTo>
                <a:lnTo>
                  <a:pt x="0" y="179"/>
                </a:lnTo>
                <a:lnTo>
                  <a:pt x="0" y="195"/>
                </a:lnTo>
                <a:lnTo>
                  <a:pt x="221" y="195"/>
                </a:lnTo>
                <a:lnTo>
                  <a:pt x="221" y="179"/>
                </a:lnTo>
                <a:lnTo>
                  <a:pt x="209" y="179"/>
                </a:lnTo>
                <a:lnTo>
                  <a:pt x="209" y="166"/>
                </a:lnTo>
                <a:lnTo>
                  <a:pt x="197" y="166"/>
                </a:lnTo>
                <a:lnTo>
                  <a:pt x="197" y="95"/>
                </a:lnTo>
                <a:lnTo>
                  <a:pt x="209" y="95"/>
                </a:lnTo>
                <a:close/>
                <a:moveTo>
                  <a:pt x="73" y="166"/>
                </a:moveTo>
                <a:lnTo>
                  <a:pt x="49" y="166"/>
                </a:lnTo>
                <a:lnTo>
                  <a:pt x="49" y="95"/>
                </a:lnTo>
                <a:lnTo>
                  <a:pt x="73" y="95"/>
                </a:lnTo>
                <a:lnTo>
                  <a:pt x="73" y="166"/>
                </a:lnTo>
                <a:close/>
                <a:moveTo>
                  <a:pt x="122" y="166"/>
                </a:moveTo>
                <a:lnTo>
                  <a:pt x="99" y="166"/>
                </a:lnTo>
                <a:lnTo>
                  <a:pt x="99" y="95"/>
                </a:lnTo>
                <a:lnTo>
                  <a:pt x="122" y="95"/>
                </a:lnTo>
                <a:lnTo>
                  <a:pt x="122" y="166"/>
                </a:lnTo>
                <a:close/>
                <a:moveTo>
                  <a:pt x="171" y="166"/>
                </a:moveTo>
                <a:lnTo>
                  <a:pt x="148" y="166"/>
                </a:lnTo>
                <a:lnTo>
                  <a:pt x="148" y="95"/>
                </a:lnTo>
                <a:lnTo>
                  <a:pt x="171" y="95"/>
                </a:lnTo>
                <a:lnTo>
                  <a:pt x="171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en-US" sz="240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8403298" y="4733768"/>
            <a:ext cx="402395" cy="330903"/>
            <a:chOff x="5108575" y="3992563"/>
            <a:chExt cx="428625" cy="352426"/>
          </a:xfrm>
          <a:solidFill>
            <a:schemeClr val="accent1"/>
          </a:solidFill>
        </p:grpSpPr>
        <p:sp>
          <p:nvSpPr>
            <p:cNvPr id="57" name="Freeform 223"/>
            <p:cNvSpPr/>
            <p:nvPr/>
          </p:nvSpPr>
          <p:spPr bwMode="auto">
            <a:xfrm>
              <a:off x="5108575" y="3998913"/>
              <a:ext cx="201613" cy="106363"/>
            </a:xfrm>
            <a:custGeom>
              <a:avLst/>
              <a:gdLst>
                <a:gd name="T0" fmla="*/ 127 w 127"/>
                <a:gd name="T1" fmla="*/ 30 h 67"/>
                <a:gd name="T2" fmla="*/ 93 w 127"/>
                <a:gd name="T3" fmla="*/ 0 h 67"/>
                <a:gd name="T4" fmla="*/ 0 w 127"/>
                <a:gd name="T5" fmla="*/ 36 h 67"/>
                <a:gd name="T6" fmla="*/ 35 w 127"/>
                <a:gd name="T7" fmla="*/ 67 h 67"/>
                <a:gd name="T8" fmla="*/ 127 w 127"/>
                <a:gd name="T9" fmla="*/ 3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7">
                  <a:moveTo>
                    <a:pt x="127" y="30"/>
                  </a:moveTo>
                  <a:lnTo>
                    <a:pt x="93" y="0"/>
                  </a:lnTo>
                  <a:lnTo>
                    <a:pt x="0" y="36"/>
                  </a:lnTo>
                  <a:lnTo>
                    <a:pt x="35" y="67"/>
                  </a:lnTo>
                  <a:lnTo>
                    <a:pt x="12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8" name="Freeform 224"/>
            <p:cNvSpPr/>
            <p:nvPr/>
          </p:nvSpPr>
          <p:spPr bwMode="auto">
            <a:xfrm>
              <a:off x="5324475" y="4168776"/>
              <a:ext cx="147638" cy="176213"/>
            </a:xfrm>
            <a:custGeom>
              <a:avLst/>
              <a:gdLst>
                <a:gd name="T0" fmla="*/ 0 w 93"/>
                <a:gd name="T1" fmla="*/ 0 h 111"/>
                <a:gd name="T2" fmla="*/ 0 w 93"/>
                <a:gd name="T3" fmla="*/ 111 h 111"/>
                <a:gd name="T4" fmla="*/ 93 w 93"/>
                <a:gd name="T5" fmla="*/ 73 h 111"/>
                <a:gd name="T6" fmla="*/ 93 w 93"/>
                <a:gd name="T7" fmla="*/ 15 h 111"/>
                <a:gd name="T8" fmla="*/ 41 w 93"/>
                <a:gd name="T9" fmla="*/ 37 h 111"/>
                <a:gd name="T10" fmla="*/ 0 w 93"/>
                <a:gd name="T1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" h="111">
                  <a:moveTo>
                    <a:pt x="0" y="0"/>
                  </a:moveTo>
                  <a:lnTo>
                    <a:pt x="0" y="111"/>
                  </a:lnTo>
                  <a:lnTo>
                    <a:pt x="93" y="73"/>
                  </a:lnTo>
                  <a:lnTo>
                    <a:pt x="93" y="15"/>
                  </a:lnTo>
                  <a:lnTo>
                    <a:pt x="41" y="3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9" name="Freeform 225"/>
            <p:cNvSpPr/>
            <p:nvPr/>
          </p:nvSpPr>
          <p:spPr bwMode="auto">
            <a:xfrm>
              <a:off x="5334000" y="4110038"/>
              <a:ext cx="203200" cy="104775"/>
            </a:xfrm>
            <a:custGeom>
              <a:avLst/>
              <a:gdLst>
                <a:gd name="T0" fmla="*/ 0 w 128"/>
                <a:gd name="T1" fmla="*/ 36 h 66"/>
                <a:gd name="T2" fmla="*/ 36 w 128"/>
                <a:gd name="T3" fmla="*/ 66 h 66"/>
                <a:gd name="T4" fmla="*/ 128 w 128"/>
                <a:gd name="T5" fmla="*/ 29 h 66"/>
                <a:gd name="T6" fmla="*/ 93 w 128"/>
                <a:gd name="T7" fmla="*/ 0 h 66"/>
                <a:gd name="T8" fmla="*/ 0 w 128"/>
                <a:gd name="T9" fmla="*/ 3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36"/>
                  </a:moveTo>
                  <a:lnTo>
                    <a:pt x="36" y="66"/>
                  </a:lnTo>
                  <a:lnTo>
                    <a:pt x="128" y="29"/>
                  </a:lnTo>
                  <a:lnTo>
                    <a:pt x="93" y="0"/>
                  </a:lnTo>
                  <a:lnTo>
                    <a:pt x="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0" name="Freeform 226"/>
            <p:cNvSpPr/>
            <p:nvPr/>
          </p:nvSpPr>
          <p:spPr bwMode="auto">
            <a:xfrm>
              <a:off x="5319713" y="3992563"/>
              <a:ext cx="203200" cy="109538"/>
            </a:xfrm>
            <a:custGeom>
              <a:avLst/>
              <a:gdLst>
                <a:gd name="T0" fmla="*/ 128 w 128"/>
                <a:gd name="T1" fmla="*/ 36 h 69"/>
                <a:gd name="T2" fmla="*/ 35 w 128"/>
                <a:gd name="T3" fmla="*/ 0 h 69"/>
                <a:gd name="T4" fmla="*/ 0 w 128"/>
                <a:gd name="T5" fmla="*/ 32 h 69"/>
                <a:gd name="T6" fmla="*/ 93 w 128"/>
                <a:gd name="T7" fmla="*/ 69 h 69"/>
                <a:gd name="T8" fmla="*/ 128 w 128"/>
                <a:gd name="T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9">
                  <a:moveTo>
                    <a:pt x="128" y="36"/>
                  </a:moveTo>
                  <a:lnTo>
                    <a:pt x="35" y="0"/>
                  </a:lnTo>
                  <a:lnTo>
                    <a:pt x="0" y="32"/>
                  </a:lnTo>
                  <a:lnTo>
                    <a:pt x="93" y="69"/>
                  </a:lnTo>
                  <a:lnTo>
                    <a:pt x="12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Freeform 227"/>
            <p:cNvSpPr/>
            <p:nvPr/>
          </p:nvSpPr>
          <p:spPr bwMode="auto">
            <a:xfrm>
              <a:off x="5165725" y="4181476"/>
              <a:ext cx="147638" cy="163513"/>
            </a:xfrm>
            <a:custGeom>
              <a:avLst/>
              <a:gdLst>
                <a:gd name="T0" fmla="*/ 0 w 93"/>
                <a:gd name="T1" fmla="*/ 11 h 103"/>
                <a:gd name="T2" fmla="*/ 0 w 93"/>
                <a:gd name="T3" fmla="*/ 65 h 103"/>
                <a:gd name="T4" fmla="*/ 93 w 93"/>
                <a:gd name="T5" fmla="*/ 103 h 103"/>
                <a:gd name="T6" fmla="*/ 93 w 93"/>
                <a:gd name="T7" fmla="*/ 0 h 103"/>
                <a:gd name="T8" fmla="*/ 57 w 93"/>
                <a:gd name="T9" fmla="*/ 34 h 103"/>
                <a:gd name="T10" fmla="*/ 0 w 93"/>
                <a:gd name="T11" fmla="*/ 11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" h="103">
                  <a:moveTo>
                    <a:pt x="0" y="11"/>
                  </a:moveTo>
                  <a:lnTo>
                    <a:pt x="0" y="65"/>
                  </a:lnTo>
                  <a:lnTo>
                    <a:pt x="93" y="103"/>
                  </a:lnTo>
                  <a:lnTo>
                    <a:pt x="93" y="0"/>
                  </a:lnTo>
                  <a:lnTo>
                    <a:pt x="57" y="34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2" name="Freeform 228"/>
            <p:cNvSpPr/>
            <p:nvPr/>
          </p:nvSpPr>
          <p:spPr bwMode="auto">
            <a:xfrm>
              <a:off x="5108575" y="4114801"/>
              <a:ext cx="200025" cy="109538"/>
            </a:xfrm>
            <a:custGeom>
              <a:avLst/>
              <a:gdLst>
                <a:gd name="T0" fmla="*/ 126 w 126"/>
                <a:gd name="T1" fmla="*/ 36 h 69"/>
                <a:gd name="T2" fmla="*/ 33 w 126"/>
                <a:gd name="T3" fmla="*/ 0 h 69"/>
                <a:gd name="T4" fmla="*/ 0 w 126"/>
                <a:gd name="T5" fmla="*/ 31 h 69"/>
                <a:gd name="T6" fmla="*/ 91 w 126"/>
                <a:gd name="T7" fmla="*/ 69 h 69"/>
                <a:gd name="T8" fmla="*/ 126 w 126"/>
                <a:gd name="T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69">
                  <a:moveTo>
                    <a:pt x="126" y="36"/>
                  </a:moveTo>
                  <a:lnTo>
                    <a:pt x="33" y="0"/>
                  </a:lnTo>
                  <a:lnTo>
                    <a:pt x="0" y="31"/>
                  </a:lnTo>
                  <a:lnTo>
                    <a:pt x="91" y="69"/>
                  </a:lnTo>
                  <a:lnTo>
                    <a:pt x="126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92" tIns="45696" rIns="91392" bIns="45696" numCol="1" anchor="t" anchorCtr="0" compatLnSpc="1"/>
            <a:lstStyle/>
            <a:p>
              <a:endParaRPr lang="en-US" sz="240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12" name="组合 11"/>
            <p:cNvGrpSpPr/>
            <p:nvPr/>
          </p:nvGrpSpPr>
          <p:grpSpPr>
            <a:xfrm>
              <a:off x="9271000" y="-1"/>
              <a:ext cx="2921000" cy="3601775"/>
              <a:chOff x="5746998" y="-1"/>
              <a:chExt cx="5561764" cy="6858001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  <p:grpSp>
          <p:nvGrpSpPr>
            <p:cNvPr id="28" name="组合 27"/>
            <p:cNvGrpSpPr/>
            <p:nvPr/>
          </p:nvGrpSpPr>
          <p:grpSpPr>
            <a:xfrm flipH="1" flipV="1">
              <a:off x="0" y="3256225"/>
              <a:ext cx="2921000" cy="3601775"/>
              <a:chOff x="5746998" y="-1"/>
              <a:chExt cx="5561764" cy="6858001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380"/>
              <a:stretch>
                <a:fillRect/>
              </a:stretch>
            </p:blipFill>
            <p:spPr>
              <a:xfrm>
                <a:off x="6081294" y="0"/>
                <a:ext cx="5227468" cy="6858000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301"/>
              <a:stretch>
                <a:fillRect/>
              </a:stretch>
            </p:blipFill>
            <p:spPr>
              <a:xfrm>
                <a:off x="5746998" y="-1"/>
                <a:ext cx="2589134" cy="4985657"/>
              </a:xfrm>
              <a:prstGeom prst="rect">
                <a:avLst/>
              </a:prstGeom>
            </p:spPr>
          </p:pic>
        </p:grpSp>
      </p:grpSp>
      <p:sp>
        <p:nvSpPr>
          <p:cNvPr id="31" name="矩形 30"/>
          <p:cNvSpPr/>
          <p:nvPr/>
        </p:nvSpPr>
        <p:spPr>
          <a:xfrm>
            <a:off x="1605816" y="3010683"/>
            <a:ext cx="8980369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dirty="0">
                <a:solidFill>
                  <a:srgbClr val="4B4B4C"/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6600" dirty="0">
              <a:solidFill>
                <a:srgbClr val="4B4B4C"/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22922" y="4107543"/>
            <a:ext cx="694615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sz="1200" b="0" i="0" u="none" strike="noStrike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demonstrations, lectures, speeches, reports, and more. Most of the time, they're presented before an audience.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636538" y="2002791"/>
            <a:ext cx="918925" cy="918925"/>
          </a:xfrm>
          <a:prstGeom prst="ellipse">
            <a:avLst/>
          </a:prstGeom>
          <a:solidFill>
            <a:srgbClr val="F3901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04</a:t>
            </a:r>
            <a:endParaRPr lang="en-US" altLang="zh-CN" sz="3200" b="1" dirty="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8" name="椭圆 57"/>
          <p:cNvSpPr/>
          <p:nvPr/>
        </p:nvSpPr>
        <p:spPr bwMode="auto">
          <a:xfrm>
            <a:off x="4197650" y="1967386"/>
            <a:ext cx="3761192" cy="3759658"/>
          </a:xfrm>
          <a:prstGeom prst="ellipse">
            <a:avLst/>
          </a:prstGeom>
          <a:noFill/>
          <a:ln w="9525" cap="rnd">
            <a:solidFill>
              <a:schemeClr val="tx2">
                <a:lumMod val="20000"/>
                <a:lumOff val="80000"/>
              </a:schemeClr>
            </a:solidFill>
            <a:prstDash val="solid"/>
            <a:round/>
          </a:ln>
        </p:spPr>
        <p:txBody>
          <a:bodyPr anchor="ctr"/>
          <a:lstStyle/>
          <a:p>
            <a:pPr algn="ctr"/>
            <a:endParaRPr sz="32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9" name="椭圆 58"/>
          <p:cNvSpPr/>
          <p:nvPr/>
        </p:nvSpPr>
        <p:spPr bwMode="auto">
          <a:xfrm>
            <a:off x="4478529" y="2248267"/>
            <a:ext cx="3198665" cy="3197129"/>
          </a:xfrm>
          <a:prstGeom prst="ellipse">
            <a:avLst/>
          </a:prstGeom>
          <a:noFill/>
          <a:ln w="9525" cap="rnd">
            <a:solidFill>
              <a:schemeClr val="tx2">
                <a:lumMod val="20000"/>
                <a:lumOff val="80000"/>
              </a:schemeClr>
            </a:solidFill>
            <a:prstDash val="solid"/>
            <a:round/>
          </a:ln>
        </p:spPr>
        <p:txBody>
          <a:bodyPr anchor="ctr"/>
          <a:lstStyle/>
          <a:p>
            <a:pPr algn="ctr"/>
            <a:endParaRPr sz="32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5123175" y="2853008"/>
            <a:ext cx="1953121" cy="4093492"/>
            <a:chOff x="5101641" y="2822878"/>
            <a:chExt cx="1925269" cy="4035122"/>
          </a:xfrm>
        </p:grpSpPr>
        <p:sp>
          <p:nvSpPr>
            <p:cNvPr id="63" name="矩形 62"/>
            <p:cNvSpPr/>
            <p:nvPr/>
          </p:nvSpPr>
          <p:spPr bwMode="auto">
            <a:xfrm>
              <a:off x="5928485" y="4683089"/>
              <a:ext cx="264772" cy="27158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4" name="任意多边形: 形状 37"/>
            <p:cNvSpPr/>
            <p:nvPr/>
          </p:nvSpPr>
          <p:spPr bwMode="auto">
            <a:xfrm>
              <a:off x="6057088" y="5957776"/>
              <a:ext cx="685381" cy="621079"/>
            </a:xfrm>
            <a:custGeom>
              <a:avLst/>
              <a:gdLst>
                <a:gd name="T0" fmla="*/ 383 w 383"/>
                <a:gd name="T1" fmla="*/ 0 h 347"/>
                <a:gd name="T2" fmla="*/ 200 w 383"/>
                <a:gd name="T3" fmla="*/ 198 h 347"/>
                <a:gd name="T4" fmla="*/ 200 w 383"/>
                <a:gd name="T5" fmla="*/ 347 h 347"/>
                <a:gd name="T6" fmla="*/ 0 w 383"/>
                <a:gd name="T7" fmla="*/ 347 h 347"/>
                <a:gd name="T8" fmla="*/ 0 w 383"/>
                <a:gd name="T9" fmla="*/ 90 h 347"/>
                <a:gd name="T10" fmla="*/ 383 w 383"/>
                <a:gd name="T11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3" h="347">
                  <a:moveTo>
                    <a:pt x="383" y="0"/>
                  </a:moveTo>
                  <a:cubicBezTo>
                    <a:pt x="383" y="0"/>
                    <a:pt x="352" y="89"/>
                    <a:pt x="200" y="198"/>
                  </a:cubicBezTo>
                  <a:cubicBezTo>
                    <a:pt x="200" y="347"/>
                    <a:pt x="200" y="347"/>
                    <a:pt x="200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90"/>
                    <a:pt x="0" y="90"/>
                    <a:pt x="0" y="90"/>
                  </a:cubicBezTo>
                  <a:lnTo>
                    <a:pt x="383" y="0"/>
                  </a:lnTo>
                  <a:close/>
                </a:path>
              </a:pathLst>
            </a:custGeom>
            <a:solidFill>
              <a:srgbClr val="F4B28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5" name="矩形 64"/>
            <p:cNvSpPr/>
            <p:nvPr/>
          </p:nvSpPr>
          <p:spPr bwMode="auto">
            <a:xfrm>
              <a:off x="5792317" y="4919114"/>
              <a:ext cx="543917" cy="116575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6" name="任意多边形: 形状 39"/>
            <p:cNvSpPr/>
            <p:nvPr/>
          </p:nvSpPr>
          <p:spPr bwMode="auto">
            <a:xfrm>
              <a:off x="6039689" y="4904741"/>
              <a:ext cx="731527" cy="482641"/>
            </a:xfrm>
            <a:custGeom>
              <a:avLst/>
              <a:gdLst>
                <a:gd name="T0" fmla="*/ 395 w 409"/>
                <a:gd name="T1" fmla="*/ 56 h 270"/>
                <a:gd name="T2" fmla="*/ 353 w 409"/>
                <a:gd name="T3" fmla="*/ 150 h 270"/>
                <a:gd name="T4" fmla="*/ 108 w 409"/>
                <a:gd name="T5" fmla="*/ 256 h 270"/>
                <a:gd name="T6" fmla="*/ 15 w 409"/>
                <a:gd name="T7" fmla="*/ 213 h 270"/>
                <a:gd name="T8" fmla="*/ 15 w 409"/>
                <a:gd name="T9" fmla="*/ 213 h 270"/>
                <a:gd name="T10" fmla="*/ 57 w 409"/>
                <a:gd name="T11" fmla="*/ 119 h 270"/>
                <a:gd name="T12" fmla="*/ 302 w 409"/>
                <a:gd name="T13" fmla="*/ 14 h 270"/>
                <a:gd name="T14" fmla="*/ 395 w 409"/>
                <a:gd name="T15" fmla="*/ 5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9" h="270">
                  <a:moveTo>
                    <a:pt x="395" y="56"/>
                  </a:moveTo>
                  <a:cubicBezTo>
                    <a:pt x="409" y="94"/>
                    <a:pt x="390" y="136"/>
                    <a:pt x="353" y="150"/>
                  </a:cubicBezTo>
                  <a:cubicBezTo>
                    <a:pt x="108" y="256"/>
                    <a:pt x="108" y="256"/>
                    <a:pt x="108" y="256"/>
                  </a:cubicBezTo>
                  <a:cubicBezTo>
                    <a:pt x="71" y="270"/>
                    <a:pt x="29" y="250"/>
                    <a:pt x="15" y="213"/>
                  </a:cubicBezTo>
                  <a:cubicBezTo>
                    <a:pt x="15" y="213"/>
                    <a:pt x="15" y="213"/>
                    <a:pt x="15" y="213"/>
                  </a:cubicBezTo>
                  <a:cubicBezTo>
                    <a:pt x="0" y="175"/>
                    <a:pt x="20" y="133"/>
                    <a:pt x="57" y="119"/>
                  </a:cubicBezTo>
                  <a:cubicBezTo>
                    <a:pt x="302" y="14"/>
                    <a:pt x="302" y="14"/>
                    <a:pt x="302" y="14"/>
                  </a:cubicBezTo>
                  <a:cubicBezTo>
                    <a:pt x="339" y="0"/>
                    <a:pt x="381" y="19"/>
                    <a:pt x="395" y="56"/>
                  </a:cubicBezTo>
                  <a:close/>
                </a:path>
              </a:pathLst>
            </a:custGeom>
            <a:solidFill>
              <a:srgbClr val="F4B28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7" name="任意多边形: 形状 40"/>
            <p:cNvSpPr/>
            <p:nvPr/>
          </p:nvSpPr>
          <p:spPr bwMode="auto">
            <a:xfrm>
              <a:off x="6079027" y="5136983"/>
              <a:ext cx="161133" cy="225434"/>
            </a:xfrm>
            <a:custGeom>
              <a:avLst/>
              <a:gdLst>
                <a:gd name="T0" fmla="*/ 12 w 90"/>
                <a:gd name="T1" fmla="*/ 78 h 126"/>
                <a:gd name="T2" fmla="*/ 47 w 90"/>
                <a:gd name="T3" fmla="*/ 0 h 126"/>
                <a:gd name="T4" fmla="*/ 90 w 90"/>
                <a:gd name="T5" fmla="*/ 114 h 126"/>
                <a:gd name="T6" fmla="*/ 12 w 90"/>
                <a:gd name="T7" fmla="*/ 7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26">
                  <a:moveTo>
                    <a:pt x="12" y="78"/>
                  </a:moveTo>
                  <a:cubicBezTo>
                    <a:pt x="0" y="47"/>
                    <a:pt x="16" y="12"/>
                    <a:pt x="47" y="0"/>
                  </a:cubicBezTo>
                  <a:cubicBezTo>
                    <a:pt x="90" y="114"/>
                    <a:pt x="90" y="114"/>
                    <a:pt x="90" y="114"/>
                  </a:cubicBezTo>
                  <a:cubicBezTo>
                    <a:pt x="58" y="126"/>
                    <a:pt x="23" y="110"/>
                    <a:pt x="12" y="78"/>
                  </a:cubicBezTo>
                  <a:close/>
                </a:path>
              </a:pathLst>
            </a:custGeom>
            <a:solidFill>
              <a:srgbClr val="FFE1B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8" name="任意多边形: 形状 41"/>
            <p:cNvSpPr/>
            <p:nvPr/>
          </p:nvSpPr>
          <p:spPr bwMode="auto">
            <a:xfrm>
              <a:off x="6057088" y="5180103"/>
              <a:ext cx="732283" cy="484911"/>
            </a:xfrm>
            <a:custGeom>
              <a:avLst/>
              <a:gdLst>
                <a:gd name="T0" fmla="*/ 395 w 409"/>
                <a:gd name="T1" fmla="*/ 57 h 271"/>
                <a:gd name="T2" fmla="*/ 352 w 409"/>
                <a:gd name="T3" fmla="*/ 151 h 271"/>
                <a:gd name="T4" fmla="*/ 108 w 409"/>
                <a:gd name="T5" fmla="*/ 256 h 271"/>
                <a:gd name="T6" fmla="*/ 14 w 409"/>
                <a:gd name="T7" fmla="*/ 214 h 271"/>
                <a:gd name="T8" fmla="*/ 14 w 409"/>
                <a:gd name="T9" fmla="*/ 214 h 271"/>
                <a:gd name="T10" fmla="*/ 57 w 409"/>
                <a:gd name="T11" fmla="*/ 120 h 271"/>
                <a:gd name="T12" fmla="*/ 301 w 409"/>
                <a:gd name="T13" fmla="*/ 15 h 271"/>
                <a:gd name="T14" fmla="*/ 395 w 409"/>
                <a:gd name="T15" fmla="*/ 57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9" h="271">
                  <a:moveTo>
                    <a:pt x="395" y="57"/>
                  </a:moveTo>
                  <a:cubicBezTo>
                    <a:pt x="409" y="95"/>
                    <a:pt x="390" y="137"/>
                    <a:pt x="352" y="151"/>
                  </a:cubicBezTo>
                  <a:cubicBezTo>
                    <a:pt x="108" y="256"/>
                    <a:pt x="108" y="256"/>
                    <a:pt x="108" y="256"/>
                  </a:cubicBezTo>
                  <a:cubicBezTo>
                    <a:pt x="70" y="271"/>
                    <a:pt x="28" y="251"/>
                    <a:pt x="14" y="214"/>
                  </a:cubicBezTo>
                  <a:cubicBezTo>
                    <a:pt x="14" y="214"/>
                    <a:pt x="14" y="214"/>
                    <a:pt x="14" y="214"/>
                  </a:cubicBezTo>
                  <a:cubicBezTo>
                    <a:pt x="0" y="176"/>
                    <a:pt x="19" y="134"/>
                    <a:pt x="57" y="120"/>
                  </a:cubicBezTo>
                  <a:cubicBezTo>
                    <a:pt x="301" y="15"/>
                    <a:pt x="301" y="15"/>
                    <a:pt x="301" y="15"/>
                  </a:cubicBezTo>
                  <a:cubicBezTo>
                    <a:pt x="339" y="0"/>
                    <a:pt x="381" y="20"/>
                    <a:pt x="395" y="57"/>
                  </a:cubicBezTo>
                  <a:close/>
                </a:path>
              </a:pathLst>
            </a:custGeom>
            <a:solidFill>
              <a:srgbClr val="F4B28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69" name="任意多边形: 形状 42"/>
            <p:cNvSpPr/>
            <p:nvPr/>
          </p:nvSpPr>
          <p:spPr bwMode="auto">
            <a:xfrm>
              <a:off x="6094913" y="5405537"/>
              <a:ext cx="161133" cy="225434"/>
            </a:xfrm>
            <a:custGeom>
              <a:avLst/>
              <a:gdLst>
                <a:gd name="T0" fmla="*/ 12 w 90"/>
                <a:gd name="T1" fmla="*/ 79 h 126"/>
                <a:gd name="T2" fmla="*/ 48 w 90"/>
                <a:gd name="T3" fmla="*/ 0 h 126"/>
                <a:gd name="T4" fmla="*/ 90 w 90"/>
                <a:gd name="T5" fmla="*/ 114 h 126"/>
                <a:gd name="T6" fmla="*/ 12 w 90"/>
                <a:gd name="T7" fmla="*/ 7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26">
                  <a:moveTo>
                    <a:pt x="12" y="79"/>
                  </a:moveTo>
                  <a:cubicBezTo>
                    <a:pt x="0" y="47"/>
                    <a:pt x="16" y="12"/>
                    <a:pt x="48" y="0"/>
                  </a:cubicBezTo>
                  <a:cubicBezTo>
                    <a:pt x="90" y="114"/>
                    <a:pt x="90" y="114"/>
                    <a:pt x="90" y="114"/>
                  </a:cubicBezTo>
                  <a:cubicBezTo>
                    <a:pt x="59" y="126"/>
                    <a:pt x="24" y="110"/>
                    <a:pt x="12" y="79"/>
                  </a:cubicBezTo>
                  <a:close/>
                </a:path>
              </a:pathLst>
            </a:custGeom>
            <a:solidFill>
              <a:srgbClr val="FFE1B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0" name="任意多边形: 形状 43"/>
            <p:cNvSpPr/>
            <p:nvPr/>
          </p:nvSpPr>
          <p:spPr bwMode="auto">
            <a:xfrm>
              <a:off x="5463243" y="5195990"/>
              <a:ext cx="963013" cy="1382865"/>
            </a:xfrm>
            <a:custGeom>
              <a:avLst/>
              <a:gdLst>
                <a:gd name="T0" fmla="*/ 485 w 538"/>
                <a:gd name="T1" fmla="*/ 66 h 773"/>
                <a:gd name="T2" fmla="*/ 357 w 538"/>
                <a:gd name="T3" fmla="*/ 9 h 773"/>
                <a:gd name="T4" fmla="*/ 275 w 538"/>
                <a:gd name="T5" fmla="*/ 5 h 773"/>
                <a:gd name="T6" fmla="*/ 140 w 538"/>
                <a:gd name="T7" fmla="*/ 5 h 773"/>
                <a:gd name="T8" fmla="*/ 85 w 538"/>
                <a:gd name="T9" fmla="*/ 5 h 773"/>
                <a:gd name="T10" fmla="*/ 0 w 538"/>
                <a:gd name="T11" fmla="*/ 80 h 773"/>
                <a:gd name="T12" fmla="*/ 0 w 538"/>
                <a:gd name="T13" fmla="*/ 136 h 773"/>
                <a:gd name="T14" fmla="*/ 0 w 538"/>
                <a:gd name="T15" fmla="*/ 540 h 773"/>
                <a:gd name="T16" fmla="*/ 124 w 538"/>
                <a:gd name="T17" fmla="*/ 675 h 773"/>
                <a:gd name="T18" fmla="*/ 124 w 538"/>
                <a:gd name="T19" fmla="*/ 773 h 773"/>
                <a:gd name="T20" fmla="*/ 344 w 538"/>
                <a:gd name="T21" fmla="*/ 773 h 773"/>
                <a:gd name="T22" fmla="*/ 344 w 538"/>
                <a:gd name="T23" fmla="*/ 596 h 773"/>
                <a:gd name="T24" fmla="*/ 344 w 538"/>
                <a:gd name="T25" fmla="*/ 552 h 773"/>
                <a:gd name="T26" fmla="*/ 188 w 538"/>
                <a:gd name="T27" fmla="*/ 148 h 773"/>
                <a:gd name="T28" fmla="*/ 315 w 538"/>
                <a:gd name="T29" fmla="*/ 151 h 773"/>
                <a:gd name="T30" fmla="*/ 424 w 538"/>
                <a:gd name="T31" fmla="*/ 198 h 773"/>
                <a:gd name="T32" fmla="*/ 521 w 538"/>
                <a:gd name="T33" fmla="*/ 162 h 773"/>
                <a:gd name="T34" fmla="*/ 485 w 538"/>
                <a:gd name="T35" fmla="*/ 66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38" h="773">
                  <a:moveTo>
                    <a:pt x="485" y="66"/>
                  </a:moveTo>
                  <a:cubicBezTo>
                    <a:pt x="357" y="9"/>
                    <a:pt x="357" y="9"/>
                    <a:pt x="357" y="9"/>
                  </a:cubicBezTo>
                  <a:cubicBezTo>
                    <a:pt x="338" y="0"/>
                    <a:pt x="284" y="5"/>
                    <a:pt x="275" y="5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41" y="5"/>
                    <a:pt x="0" y="35"/>
                    <a:pt x="0" y="8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540"/>
                    <a:pt x="0" y="540"/>
                    <a:pt x="0" y="540"/>
                  </a:cubicBezTo>
                  <a:cubicBezTo>
                    <a:pt x="0" y="610"/>
                    <a:pt x="56" y="669"/>
                    <a:pt x="124" y="675"/>
                  </a:cubicBezTo>
                  <a:cubicBezTo>
                    <a:pt x="124" y="773"/>
                    <a:pt x="124" y="773"/>
                    <a:pt x="124" y="773"/>
                  </a:cubicBezTo>
                  <a:cubicBezTo>
                    <a:pt x="344" y="773"/>
                    <a:pt x="344" y="773"/>
                    <a:pt x="344" y="773"/>
                  </a:cubicBezTo>
                  <a:cubicBezTo>
                    <a:pt x="344" y="596"/>
                    <a:pt x="344" y="596"/>
                    <a:pt x="344" y="596"/>
                  </a:cubicBezTo>
                  <a:cubicBezTo>
                    <a:pt x="344" y="552"/>
                    <a:pt x="344" y="552"/>
                    <a:pt x="344" y="552"/>
                  </a:cubicBezTo>
                  <a:cubicBezTo>
                    <a:pt x="344" y="303"/>
                    <a:pt x="188" y="148"/>
                    <a:pt x="188" y="148"/>
                  </a:cubicBezTo>
                  <a:cubicBezTo>
                    <a:pt x="188" y="148"/>
                    <a:pt x="283" y="147"/>
                    <a:pt x="315" y="151"/>
                  </a:cubicBezTo>
                  <a:cubicBezTo>
                    <a:pt x="349" y="155"/>
                    <a:pt x="424" y="198"/>
                    <a:pt x="424" y="198"/>
                  </a:cubicBezTo>
                  <a:cubicBezTo>
                    <a:pt x="461" y="215"/>
                    <a:pt x="504" y="199"/>
                    <a:pt x="521" y="162"/>
                  </a:cubicBezTo>
                  <a:cubicBezTo>
                    <a:pt x="538" y="126"/>
                    <a:pt x="522" y="83"/>
                    <a:pt x="485" y="66"/>
                  </a:cubicBezTo>
                  <a:close/>
                </a:path>
              </a:pathLst>
            </a:custGeom>
            <a:solidFill>
              <a:srgbClr val="FCC397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1" name="任意多边形: 形状 44"/>
            <p:cNvSpPr/>
            <p:nvPr/>
          </p:nvSpPr>
          <p:spPr bwMode="auto">
            <a:xfrm>
              <a:off x="6228812" y="5329888"/>
              <a:ext cx="164915" cy="218626"/>
            </a:xfrm>
            <a:custGeom>
              <a:avLst/>
              <a:gdLst>
                <a:gd name="T0" fmla="*/ 78 w 92"/>
                <a:gd name="T1" fmla="*/ 79 h 122"/>
                <a:gd name="T2" fmla="*/ 0 w 92"/>
                <a:gd name="T3" fmla="*/ 108 h 122"/>
                <a:gd name="T4" fmla="*/ 49 w 92"/>
                <a:gd name="T5" fmla="*/ 0 h 122"/>
                <a:gd name="T6" fmla="*/ 78 w 92"/>
                <a:gd name="T7" fmla="*/ 7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122">
                  <a:moveTo>
                    <a:pt x="78" y="79"/>
                  </a:moveTo>
                  <a:cubicBezTo>
                    <a:pt x="65" y="109"/>
                    <a:pt x="30" y="122"/>
                    <a:pt x="0" y="108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9" y="14"/>
                    <a:pt x="92" y="49"/>
                    <a:pt x="78" y="79"/>
                  </a:cubicBezTo>
                  <a:close/>
                </a:path>
              </a:pathLst>
            </a:custGeom>
            <a:solidFill>
              <a:srgbClr val="FFE1B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2" name="矩形 71"/>
            <p:cNvSpPr/>
            <p:nvPr/>
          </p:nvSpPr>
          <p:spPr bwMode="auto">
            <a:xfrm>
              <a:off x="5628158" y="6556917"/>
              <a:ext cx="865425" cy="30108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6079027" y="6556917"/>
              <a:ext cx="414557" cy="301083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4" name="任意多边形: 形状 47"/>
            <p:cNvSpPr/>
            <p:nvPr/>
          </p:nvSpPr>
          <p:spPr bwMode="auto">
            <a:xfrm>
              <a:off x="6066166" y="5456979"/>
              <a:ext cx="732283" cy="483398"/>
            </a:xfrm>
            <a:custGeom>
              <a:avLst/>
              <a:gdLst>
                <a:gd name="T0" fmla="*/ 395 w 409"/>
                <a:gd name="T1" fmla="*/ 57 h 270"/>
                <a:gd name="T2" fmla="*/ 352 w 409"/>
                <a:gd name="T3" fmla="*/ 151 h 270"/>
                <a:gd name="T4" fmla="*/ 107 w 409"/>
                <a:gd name="T5" fmla="*/ 256 h 270"/>
                <a:gd name="T6" fmla="*/ 14 w 409"/>
                <a:gd name="T7" fmla="*/ 214 h 270"/>
                <a:gd name="T8" fmla="*/ 14 w 409"/>
                <a:gd name="T9" fmla="*/ 214 h 270"/>
                <a:gd name="T10" fmla="*/ 56 w 409"/>
                <a:gd name="T11" fmla="*/ 120 h 270"/>
                <a:gd name="T12" fmla="*/ 301 w 409"/>
                <a:gd name="T13" fmla="*/ 14 h 270"/>
                <a:gd name="T14" fmla="*/ 395 w 409"/>
                <a:gd name="T15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9" h="270">
                  <a:moveTo>
                    <a:pt x="395" y="57"/>
                  </a:moveTo>
                  <a:cubicBezTo>
                    <a:pt x="409" y="95"/>
                    <a:pt x="389" y="137"/>
                    <a:pt x="352" y="151"/>
                  </a:cubicBezTo>
                  <a:cubicBezTo>
                    <a:pt x="107" y="256"/>
                    <a:pt x="107" y="256"/>
                    <a:pt x="107" y="256"/>
                  </a:cubicBezTo>
                  <a:cubicBezTo>
                    <a:pt x="70" y="270"/>
                    <a:pt x="28" y="251"/>
                    <a:pt x="14" y="214"/>
                  </a:cubicBezTo>
                  <a:cubicBezTo>
                    <a:pt x="14" y="214"/>
                    <a:pt x="14" y="214"/>
                    <a:pt x="14" y="214"/>
                  </a:cubicBezTo>
                  <a:cubicBezTo>
                    <a:pt x="0" y="176"/>
                    <a:pt x="19" y="134"/>
                    <a:pt x="56" y="120"/>
                  </a:cubicBezTo>
                  <a:cubicBezTo>
                    <a:pt x="301" y="14"/>
                    <a:pt x="301" y="14"/>
                    <a:pt x="301" y="14"/>
                  </a:cubicBezTo>
                  <a:cubicBezTo>
                    <a:pt x="339" y="0"/>
                    <a:pt x="380" y="19"/>
                    <a:pt x="395" y="57"/>
                  </a:cubicBezTo>
                  <a:close/>
                </a:path>
              </a:pathLst>
            </a:custGeom>
            <a:solidFill>
              <a:srgbClr val="F4B28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5" name="任意多边形: 形状 48"/>
            <p:cNvSpPr/>
            <p:nvPr/>
          </p:nvSpPr>
          <p:spPr bwMode="auto">
            <a:xfrm>
              <a:off x="6096426" y="5691491"/>
              <a:ext cx="155837" cy="216356"/>
            </a:xfrm>
            <a:custGeom>
              <a:avLst/>
              <a:gdLst>
                <a:gd name="T0" fmla="*/ 12 w 87"/>
                <a:gd name="T1" fmla="*/ 76 h 121"/>
                <a:gd name="T2" fmla="*/ 46 w 87"/>
                <a:gd name="T3" fmla="*/ 0 h 121"/>
                <a:gd name="T4" fmla="*/ 87 w 87"/>
                <a:gd name="T5" fmla="*/ 110 h 121"/>
                <a:gd name="T6" fmla="*/ 12 w 87"/>
                <a:gd name="T7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21">
                  <a:moveTo>
                    <a:pt x="12" y="76"/>
                  </a:moveTo>
                  <a:cubicBezTo>
                    <a:pt x="0" y="45"/>
                    <a:pt x="16" y="11"/>
                    <a:pt x="46" y="0"/>
                  </a:cubicBezTo>
                  <a:cubicBezTo>
                    <a:pt x="87" y="110"/>
                    <a:pt x="87" y="110"/>
                    <a:pt x="87" y="110"/>
                  </a:cubicBezTo>
                  <a:cubicBezTo>
                    <a:pt x="57" y="121"/>
                    <a:pt x="23" y="106"/>
                    <a:pt x="12" y="76"/>
                  </a:cubicBezTo>
                  <a:close/>
                </a:path>
              </a:pathLst>
            </a:custGeom>
            <a:solidFill>
              <a:srgbClr val="FFE1B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6" name="任意多边形: 形状 49"/>
            <p:cNvSpPr/>
            <p:nvPr/>
          </p:nvSpPr>
          <p:spPr bwMode="auto">
            <a:xfrm>
              <a:off x="6057088" y="5743689"/>
              <a:ext cx="732283" cy="482641"/>
            </a:xfrm>
            <a:custGeom>
              <a:avLst/>
              <a:gdLst>
                <a:gd name="T0" fmla="*/ 395 w 409"/>
                <a:gd name="T1" fmla="*/ 57 h 270"/>
                <a:gd name="T2" fmla="*/ 352 w 409"/>
                <a:gd name="T3" fmla="*/ 150 h 270"/>
                <a:gd name="T4" fmla="*/ 108 w 409"/>
                <a:gd name="T5" fmla="*/ 256 h 270"/>
                <a:gd name="T6" fmla="*/ 14 w 409"/>
                <a:gd name="T7" fmla="*/ 213 h 270"/>
                <a:gd name="T8" fmla="*/ 14 w 409"/>
                <a:gd name="T9" fmla="*/ 213 h 270"/>
                <a:gd name="T10" fmla="*/ 57 w 409"/>
                <a:gd name="T11" fmla="*/ 120 h 270"/>
                <a:gd name="T12" fmla="*/ 301 w 409"/>
                <a:gd name="T13" fmla="*/ 14 h 270"/>
                <a:gd name="T14" fmla="*/ 395 w 409"/>
                <a:gd name="T15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9" h="270">
                  <a:moveTo>
                    <a:pt x="395" y="57"/>
                  </a:moveTo>
                  <a:cubicBezTo>
                    <a:pt x="409" y="94"/>
                    <a:pt x="390" y="136"/>
                    <a:pt x="352" y="150"/>
                  </a:cubicBezTo>
                  <a:cubicBezTo>
                    <a:pt x="108" y="256"/>
                    <a:pt x="108" y="256"/>
                    <a:pt x="108" y="256"/>
                  </a:cubicBezTo>
                  <a:cubicBezTo>
                    <a:pt x="70" y="270"/>
                    <a:pt x="28" y="251"/>
                    <a:pt x="14" y="213"/>
                  </a:cubicBezTo>
                  <a:cubicBezTo>
                    <a:pt x="14" y="213"/>
                    <a:pt x="14" y="213"/>
                    <a:pt x="14" y="213"/>
                  </a:cubicBezTo>
                  <a:cubicBezTo>
                    <a:pt x="0" y="176"/>
                    <a:pt x="19" y="134"/>
                    <a:pt x="57" y="120"/>
                  </a:cubicBezTo>
                  <a:cubicBezTo>
                    <a:pt x="301" y="14"/>
                    <a:pt x="301" y="14"/>
                    <a:pt x="301" y="14"/>
                  </a:cubicBezTo>
                  <a:cubicBezTo>
                    <a:pt x="339" y="0"/>
                    <a:pt x="381" y="19"/>
                    <a:pt x="395" y="57"/>
                  </a:cubicBezTo>
                  <a:close/>
                </a:path>
              </a:pathLst>
            </a:custGeom>
            <a:solidFill>
              <a:srgbClr val="F4B289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7" name="任意多边形: 形状 50"/>
            <p:cNvSpPr/>
            <p:nvPr/>
          </p:nvSpPr>
          <p:spPr bwMode="auto">
            <a:xfrm>
              <a:off x="6096426" y="5977445"/>
              <a:ext cx="155837" cy="216356"/>
            </a:xfrm>
            <a:custGeom>
              <a:avLst/>
              <a:gdLst>
                <a:gd name="T0" fmla="*/ 12 w 87"/>
                <a:gd name="T1" fmla="*/ 75 h 121"/>
                <a:gd name="T2" fmla="*/ 46 w 87"/>
                <a:gd name="T3" fmla="*/ 0 h 121"/>
                <a:gd name="T4" fmla="*/ 87 w 87"/>
                <a:gd name="T5" fmla="*/ 110 h 121"/>
                <a:gd name="T6" fmla="*/ 12 w 87"/>
                <a:gd name="T7" fmla="*/ 75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21">
                  <a:moveTo>
                    <a:pt x="12" y="75"/>
                  </a:moveTo>
                  <a:cubicBezTo>
                    <a:pt x="0" y="45"/>
                    <a:pt x="16" y="11"/>
                    <a:pt x="46" y="0"/>
                  </a:cubicBezTo>
                  <a:cubicBezTo>
                    <a:pt x="87" y="110"/>
                    <a:pt x="87" y="110"/>
                    <a:pt x="87" y="110"/>
                  </a:cubicBezTo>
                  <a:cubicBezTo>
                    <a:pt x="57" y="121"/>
                    <a:pt x="23" y="106"/>
                    <a:pt x="12" y="75"/>
                  </a:cubicBezTo>
                  <a:close/>
                </a:path>
              </a:pathLst>
            </a:custGeom>
            <a:solidFill>
              <a:srgbClr val="FFE1B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78" name="任意多边形: 形状 51"/>
            <p:cNvSpPr/>
            <p:nvPr/>
          </p:nvSpPr>
          <p:spPr bwMode="auto">
            <a:xfrm>
              <a:off x="5101641" y="2822878"/>
              <a:ext cx="1925269" cy="1924513"/>
            </a:xfrm>
            <a:custGeom>
              <a:avLst/>
              <a:gdLst>
                <a:gd name="T0" fmla="*/ 538 w 1076"/>
                <a:gd name="T1" fmla="*/ 1076 h 1076"/>
                <a:gd name="T2" fmla="*/ 0 w 1076"/>
                <a:gd name="T3" fmla="*/ 538 h 1076"/>
                <a:gd name="T4" fmla="*/ 538 w 1076"/>
                <a:gd name="T5" fmla="*/ 0 h 1076"/>
                <a:gd name="T6" fmla="*/ 1076 w 1076"/>
                <a:gd name="T7" fmla="*/ 538 h 1076"/>
                <a:gd name="T8" fmla="*/ 538 w 1076"/>
                <a:gd name="T9" fmla="*/ 1076 h 1076"/>
                <a:gd name="T10" fmla="*/ 538 w 1076"/>
                <a:gd name="T11" fmla="*/ 80 h 1076"/>
                <a:gd name="T12" fmla="*/ 80 w 1076"/>
                <a:gd name="T13" fmla="*/ 538 h 1076"/>
                <a:gd name="T14" fmla="*/ 538 w 1076"/>
                <a:gd name="T15" fmla="*/ 996 h 1076"/>
                <a:gd name="T16" fmla="*/ 996 w 1076"/>
                <a:gd name="T17" fmla="*/ 538 h 1076"/>
                <a:gd name="T18" fmla="*/ 538 w 1076"/>
                <a:gd name="T19" fmla="*/ 80 h 1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6" h="1076">
                  <a:moveTo>
                    <a:pt x="538" y="1076"/>
                  </a:moveTo>
                  <a:cubicBezTo>
                    <a:pt x="241" y="1076"/>
                    <a:pt x="0" y="835"/>
                    <a:pt x="0" y="538"/>
                  </a:cubicBezTo>
                  <a:cubicBezTo>
                    <a:pt x="0" y="242"/>
                    <a:pt x="241" y="0"/>
                    <a:pt x="538" y="0"/>
                  </a:cubicBezTo>
                  <a:cubicBezTo>
                    <a:pt x="835" y="0"/>
                    <a:pt x="1076" y="242"/>
                    <a:pt x="1076" y="538"/>
                  </a:cubicBezTo>
                  <a:cubicBezTo>
                    <a:pt x="1076" y="835"/>
                    <a:pt x="835" y="1076"/>
                    <a:pt x="538" y="1076"/>
                  </a:cubicBezTo>
                  <a:close/>
                  <a:moveTo>
                    <a:pt x="538" y="80"/>
                  </a:moveTo>
                  <a:cubicBezTo>
                    <a:pt x="286" y="80"/>
                    <a:pt x="80" y="286"/>
                    <a:pt x="80" y="538"/>
                  </a:cubicBezTo>
                  <a:cubicBezTo>
                    <a:pt x="80" y="791"/>
                    <a:pt x="286" y="996"/>
                    <a:pt x="538" y="996"/>
                  </a:cubicBezTo>
                  <a:cubicBezTo>
                    <a:pt x="791" y="996"/>
                    <a:pt x="996" y="791"/>
                    <a:pt x="996" y="538"/>
                  </a:cubicBezTo>
                  <a:cubicBezTo>
                    <a:pt x="996" y="286"/>
                    <a:pt x="791" y="80"/>
                    <a:pt x="538" y="8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3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sp>
        <p:nvSpPr>
          <p:cNvPr id="62" name="文本框 40"/>
          <p:cNvSpPr txBox="1"/>
          <p:nvPr/>
        </p:nvSpPr>
        <p:spPr>
          <a:xfrm>
            <a:off x="5539261" y="3496225"/>
            <a:ext cx="1107131" cy="64582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lang="en-US" altLang="zh-CN" sz="32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Topic</a:t>
            </a:r>
            <a:endParaRPr lang="en-US" altLang="zh-CN" sz="32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893034" y="2449207"/>
            <a:ext cx="2405686" cy="498209"/>
          </a:xfrm>
          <a:prstGeom prst="rect">
            <a:avLst/>
          </a:prstGeom>
        </p:spPr>
        <p:txBody>
          <a:bodyPr wrap="square">
            <a:normAutofit fontScale="7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6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1" name="文本框 22"/>
          <p:cNvSpPr txBox="1"/>
          <p:nvPr/>
        </p:nvSpPr>
        <p:spPr>
          <a:xfrm>
            <a:off x="8893034" y="2172105"/>
            <a:ext cx="1414666" cy="338290"/>
          </a:xfrm>
          <a:prstGeom prst="rect">
            <a:avLst/>
          </a:prstGeom>
          <a:noFill/>
        </p:spPr>
        <p:txBody>
          <a:bodyPr wrap="none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130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2130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9308817" y="3710345"/>
            <a:ext cx="2407801" cy="498209"/>
          </a:xfrm>
          <a:prstGeom prst="rect">
            <a:avLst/>
          </a:prstGeom>
        </p:spPr>
        <p:txBody>
          <a:bodyPr wrap="square">
            <a:normAutofit fontScale="7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6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3" name="文本框 24"/>
          <p:cNvSpPr txBox="1"/>
          <p:nvPr/>
        </p:nvSpPr>
        <p:spPr>
          <a:xfrm>
            <a:off x="9308819" y="3433241"/>
            <a:ext cx="1414666" cy="338290"/>
          </a:xfrm>
          <a:prstGeom prst="rect">
            <a:avLst/>
          </a:prstGeom>
          <a:noFill/>
        </p:spPr>
        <p:txBody>
          <a:bodyPr wrap="none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130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2130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893033" y="5025262"/>
            <a:ext cx="2407801" cy="498209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altLang="zh-CN" sz="16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5" name="文本框 26"/>
          <p:cNvSpPr txBox="1"/>
          <p:nvPr/>
        </p:nvSpPr>
        <p:spPr>
          <a:xfrm>
            <a:off x="8893034" y="4748159"/>
            <a:ext cx="1414666" cy="338290"/>
          </a:xfrm>
          <a:prstGeom prst="rect">
            <a:avLst/>
          </a:prstGeom>
          <a:noFill/>
        </p:spPr>
        <p:txBody>
          <a:bodyPr wrap="none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130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2130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86" name="矩形 85"/>
          <p:cNvSpPr/>
          <p:nvPr/>
        </p:nvSpPr>
        <p:spPr>
          <a:xfrm flipH="1">
            <a:off x="978845" y="2449207"/>
            <a:ext cx="2329111" cy="498209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sz="16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altLang="zh-CN" sz="16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7" name="文本框 28"/>
          <p:cNvSpPr txBox="1"/>
          <p:nvPr/>
        </p:nvSpPr>
        <p:spPr>
          <a:xfrm flipH="1">
            <a:off x="1893289" y="2172105"/>
            <a:ext cx="1414666" cy="338290"/>
          </a:xfrm>
          <a:prstGeom prst="rect">
            <a:avLst/>
          </a:prstGeom>
          <a:noFill/>
        </p:spPr>
        <p:txBody>
          <a:bodyPr wrap="none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130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2130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88" name="矩形 87"/>
          <p:cNvSpPr/>
          <p:nvPr/>
        </p:nvSpPr>
        <p:spPr>
          <a:xfrm flipH="1">
            <a:off x="507107" y="3710345"/>
            <a:ext cx="2329111" cy="480719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sz="16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en-US" altLang="zh-CN" sz="16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9" name="文本框 30"/>
          <p:cNvSpPr txBox="1"/>
          <p:nvPr/>
        </p:nvSpPr>
        <p:spPr>
          <a:xfrm flipH="1">
            <a:off x="1421551" y="3433241"/>
            <a:ext cx="1414666" cy="338290"/>
          </a:xfrm>
          <a:prstGeom prst="rect">
            <a:avLst/>
          </a:prstGeom>
          <a:noFill/>
        </p:spPr>
        <p:txBody>
          <a:bodyPr wrap="none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130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2130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0" name="矩形 89"/>
          <p:cNvSpPr/>
          <p:nvPr/>
        </p:nvSpPr>
        <p:spPr>
          <a:xfrm flipH="1">
            <a:off x="978535" y="5025390"/>
            <a:ext cx="2329180" cy="480695"/>
          </a:xfrm>
          <a:prstGeom prst="rect">
            <a:avLst/>
          </a:prstGeom>
        </p:spPr>
        <p:txBody>
          <a:bodyPr wrap="square">
            <a:normAutofit fontScale="6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sz="1600" dirty="0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tools.</a:t>
            </a:r>
            <a:endParaRPr lang="zh-CN" altLang="en-US" sz="1600" dirty="0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91" name="文本框 32"/>
          <p:cNvSpPr txBox="1"/>
          <p:nvPr/>
        </p:nvSpPr>
        <p:spPr>
          <a:xfrm flipH="1">
            <a:off x="1893289" y="4748159"/>
            <a:ext cx="1414666" cy="338290"/>
          </a:xfrm>
          <a:prstGeom prst="rect">
            <a:avLst/>
          </a:prstGeom>
          <a:noFill/>
        </p:spPr>
        <p:txBody>
          <a:bodyPr wrap="none">
            <a:normAutofit fontScale="6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130" b="1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2130" b="1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cxnSp>
        <p:nvCxnSpPr>
          <p:cNvPr id="92" name="直接连接符 91"/>
          <p:cNvCxnSpPr/>
          <p:nvPr/>
        </p:nvCxnSpPr>
        <p:spPr>
          <a:xfrm flipH="1">
            <a:off x="3078999" y="3762253"/>
            <a:ext cx="57980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H="1">
            <a:off x="3568174" y="5083832"/>
            <a:ext cx="57980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3568174" y="2514187"/>
            <a:ext cx="57980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8526845" y="3762253"/>
            <a:ext cx="57980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8037670" y="5083832"/>
            <a:ext cx="57980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8037670" y="2514187"/>
            <a:ext cx="57980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任意多边形: 形状 199"/>
          <p:cNvSpPr/>
          <p:nvPr/>
        </p:nvSpPr>
        <p:spPr bwMode="auto">
          <a:xfrm>
            <a:off x="6914025" y="2280103"/>
            <a:ext cx="738953" cy="738293"/>
          </a:xfrm>
          <a:custGeom>
            <a:avLst/>
            <a:gdLst>
              <a:gd name="T0" fmla="*/ 390 w 474"/>
              <a:gd name="T1" fmla="*/ 390 h 474"/>
              <a:gd name="T2" fmla="*/ 84 w 474"/>
              <a:gd name="T3" fmla="*/ 390 h 474"/>
              <a:gd name="T4" fmla="*/ 84 w 474"/>
              <a:gd name="T5" fmla="*/ 84 h 474"/>
              <a:gd name="T6" fmla="*/ 390 w 474"/>
              <a:gd name="T7" fmla="*/ 84 h 474"/>
              <a:gd name="T8" fmla="*/ 390 w 474"/>
              <a:gd name="T9" fmla="*/ 39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390" y="390"/>
                </a:moveTo>
                <a:cubicBezTo>
                  <a:pt x="306" y="474"/>
                  <a:pt x="169" y="474"/>
                  <a:pt x="84" y="390"/>
                </a:cubicBezTo>
                <a:cubicBezTo>
                  <a:pt x="0" y="305"/>
                  <a:pt x="0" y="168"/>
                  <a:pt x="84" y="84"/>
                </a:cubicBezTo>
                <a:cubicBezTo>
                  <a:pt x="169" y="0"/>
                  <a:pt x="306" y="0"/>
                  <a:pt x="390" y="84"/>
                </a:cubicBezTo>
                <a:cubicBezTo>
                  <a:pt x="474" y="168"/>
                  <a:pt x="474" y="305"/>
                  <a:pt x="390" y="390"/>
                </a:cubicBezTo>
                <a:close/>
              </a:path>
            </a:pathLst>
          </a:custGeom>
          <a:solidFill>
            <a:schemeClr val="accent4"/>
          </a:solidFill>
          <a:ln w="58738" cap="flat">
            <a:solidFill>
              <a:schemeClr val="accent5">
                <a:lumMod val="20000"/>
                <a:lumOff val="80000"/>
              </a:schemeClr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9" name="任意多边形: 形状 200"/>
          <p:cNvSpPr/>
          <p:nvPr/>
        </p:nvSpPr>
        <p:spPr bwMode="auto">
          <a:xfrm>
            <a:off x="7156472" y="2530334"/>
            <a:ext cx="254057" cy="237829"/>
          </a:xfrm>
          <a:custGeom>
            <a:avLst/>
            <a:gdLst>
              <a:gd name="connsiteX0" fmla="*/ 241311 w 331352"/>
              <a:gd name="connsiteY0" fmla="*/ 265737 h 310187"/>
              <a:gd name="connsiteX1" fmla="*/ 227023 w 331352"/>
              <a:gd name="connsiteY1" fmla="*/ 280025 h 310187"/>
              <a:gd name="connsiteX2" fmla="*/ 241311 w 331352"/>
              <a:gd name="connsiteY2" fmla="*/ 294313 h 310187"/>
              <a:gd name="connsiteX3" fmla="*/ 255599 w 331352"/>
              <a:gd name="connsiteY3" fmla="*/ 280025 h 310187"/>
              <a:gd name="connsiteX4" fmla="*/ 241311 w 331352"/>
              <a:gd name="connsiteY4" fmla="*/ 265737 h 310187"/>
              <a:gd name="connsiteX5" fmla="*/ 125424 w 331352"/>
              <a:gd name="connsiteY5" fmla="*/ 265737 h 310187"/>
              <a:gd name="connsiteX6" fmla="*/ 111136 w 331352"/>
              <a:gd name="connsiteY6" fmla="*/ 280025 h 310187"/>
              <a:gd name="connsiteX7" fmla="*/ 125424 w 331352"/>
              <a:gd name="connsiteY7" fmla="*/ 294313 h 310187"/>
              <a:gd name="connsiteX8" fmla="*/ 139712 w 331352"/>
              <a:gd name="connsiteY8" fmla="*/ 280025 h 310187"/>
              <a:gd name="connsiteX9" fmla="*/ 125424 w 331352"/>
              <a:gd name="connsiteY9" fmla="*/ 265737 h 310187"/>
              <a:gd name="connsiteX10" fmla="*/ 242898 w 331352"/>
              <a:gd name="connsiteY10" fmla="*/ 168899 h 310187"/>
              <a:gd name="connsiteX11" fmla="*/ 242898 w 331352"/>
              <a:gd name="connsiteY11" fmla="*/ 192712 h 310187"/>
              <a:gd name="connsiteX12" fmla="*/ 268298 w 331352"/>
              <a:gd name="connsiteY12" fmla="*/ 192712 h 310187"/>
              <a:gd name="connsiteX13" fmla="*/ 276236 w 331352"/>
              <a:gd name="connsiteY13" fmla="*/ 168899 h 310187"/>
              <a:gd name="connsiteX14" fmla="*/ 173048 w 331352"/>
              <a:gd name="connsiteY14" fmla="*/ 168899 h 310187"/>
              <a:gd name="connsiteX15" fmla="*/ 173048 w 331352"/>
              <a:gd name="connsiteY15" fmla="*/ 192712 h 310187"/>
              <a:gd name="connsiteX16" fmla="*/ 222261 w 331352"/>
              <a:gd name="connsiteY16" fmla="*/ 192712 h 310187"/>
              <a:gd name="connsiteX17" fmla="*/ 222261 w 331352"/>
              <a:gd name="connsiteY17" fmla="*/ 168899 h 310187"/>
              <a:gd name="connsiteX18" fmla="*/ 120661 w 331352"/>
              <a:gd name="connsiteY18" fmla="*/ 168899 h 310187"/>
              <a:gd name="connsiteX19" fmla="*/ 128598 w 331352"/>
              <a:gd name="connsiteY19" fmla="*/ 192712 h 310187"/>
              <a:gd name="connsiteX20" fmla="*/ 152411 w 331352"/>
              <a:gd name="connsiteY20" fmla="*/ 192712 h 310187"/>
              <a:gd name="connsiteX21" fmla="*/ 152411 w 331352"/>
              <a:gd name="connsiteY21" fmla="*/ 168899 h 310187"/>
              <a:gd name="connsiteX22" fmla="*/ 242898 w 331352"/>
              <a:gd name="connsiteY22" fmla="*/ 119687 h 310187"/>
              <a:gd name="connsiteX23" fmla="*/ 242898 w 331352"/>
              <a:gd name="connsiteY23" fmla="*/ 148262 h 310187"/>
              <a:gd name="connsiteX24" fmla="*/ 282586 w 331352"/>
              <a:gd name="connsiteY24" fmla="*/ 148262 h 310187"/>
              <a:gd name="connsiteX25" fmla="*/ 290523 w 331352"/>
              <a:gd name="connsiteY25" fmla="*/ 119687 h 310187"/>
              <a:gd name="connsiteX26" fmla="*/ 173048 w 331352"/>
              <a:gd name="connsiteY26" fmla="*/ 119687 h 310187"/>
              <a:gd name="connsiteX27" fmla="*/ 173048 w 331352"/>
              <a:gd name="connsiteY27" fmla="*/ 148262 h 310187"/>
              <a:gd name="connsiteX28" fmla="*/ 222261 w 331352"/>
              <a:gd name="connsiteY28" fmla="*/ 148262 h 310187"/>
              <a:gd name="connsiteX29" fmla="*/ 222261 w 331352"/>
              <a:gd name="connsiteY29" fmla="*/ 119687 h 310187"/>
              <a:gd name="connsiteX30" fmla="*/ 103198 w 331352"/>
              <a:gd name="connsiteY30" fmla="*/ 119687 h 310187"/>
              <a:gd name="connsiteX31" fmla="*/ 112723 w 331352"/>
              <a:gd name="connsiteY31" fmla="*/ 148262 h 310187"/>
              <a:gd name="connsiteX32" fmla="*/ 152411 w 331352"/>
              <a:gd name="connsiteY32" fmla="*/ 148262 h 310187"/>
              <a:gd name="connsiteX33" fmla="*/ 152411 w 331352"/>
              <a:gd name="connsiteY33" fmla="*/ 119687 h 310187"/>
              <a:gd name="connsiteX34" fmla="*/ 242898 w 331352"/>
              <a:gd name="connsiteY34" fmla="*/ 75237 h 310187"/>
              <a:gd name="connsiteX35" fmla="*/ 242898 w 331352"/>
              <a:gd name="connsiteY35" fmla="*/ 99050 h 310187"/>
              <a:gd name="connsiteX36" fmla="*/ 296873 w 331352"/>
              <a:gd name="connsiteY36" fmla="*/ 99050 h 310187"/>
              <a:gd name="connsiteX37" fmla="*/ 304811 w 331352"/>
              <a:gd name="connsiteY37" fmla="*/ 75237 h 310187"/>
              <a:gd name="connsiteX38" fmla="*/ 173048 w 331352"/>
              <a:gd name="connsiteY38" fmla="*/ 75237 h 310187"/>
              <a:gd name="connsiteX39" fmla="*/ 173048 w 331352"/>
              <a:gd name="connsiteY39" fmla="*/ 99050 h 310187"/>
              <a:gd name="connsiteX40" fmla="*/ 222261 w 331352"/>
              <a:gd name="connsiteY40" fmla="*/ 99050 h 310187"/>
              <a:gd name="connsiteX41" fmla="*/ 222261 w 331352"/>
              <a:gd name="connsiteY41" fmla="*/ 75237 h 310187"/>
              <a:gd name="connsiteX42" fmla="*/ 87323 w 331352"/>
              <a:gd name="connsiteY42" fmla="*/ 75237 h 310187"/>
              <a:gd name="connsiteX43" fmla="*/ 95261 w 331352"/>
              <a:gd name="connsiteY43" fmla="*/ 99050 h 310187"/>
              <a:gd name="connsiteX44" fmla="*/ 152411 w 331352"/>
              <a:gd name="connsiteY44" fmla="*/ 99050 h 310187"/>
              <a:gd name="connsiteX45" fmla="*/ 152411 w 331352"/>
              <a:gd name="connsiteY45" fmla="*/ 75237 h 310187"/>
              <a:gd name="connsiteX46" fmla="*/ 13989 w 331352"/>
              <a:gd name="connsiteY46" fmla="*/ 328 h 310187"/>
              <a:gd name="connsiteX47" fmla="*/ 64579 w 331352"/>
              <a:gd name="connsiteY47" fmla="*/ 19694 h 310187"/>
              <a:gd name="connsiteX48" fmla="*/ 69768 w 331352"/>
              <a:gd name="connsiteY48" fmla="*/ 26149 h 310187"/>
              <a:gd name="connsiteX49" fmla="*/ 80145 w 331352"/>
              <a:gd name="connsiteY49" fmla="*/ 54553 h 310187"/>
              <a:gd name="connsiteX50" fmla="*/ 81442 w 331352"/>
              <a:gd name="connsiteY50" fmla="*/ 54553 h 310187"/>
              <a:gd name="connsiteX51" fmla="*/ 321421 w 331352"/>
              <a:gd name="connsiteY51" fmla="*/ 54553 h 310187"/>
              <a:gd name="connsiteX52" fmla="*/ 329204 w 331352"/>
              <a:gd name="connsiteY52" fmla="*/ 58426 h 310187"/>
              <a:gd name="connsiteX53" fmla="*/ 330501 w 331352"/>
              <a:gd name="connsiteY53" fmla="*/ 68755 h 310187"/>
              <a:gd name="connsiteX54" fmla="*/ 286397 w 331352"/>
              <a:gd name="connsiteY54" fmla="*/ 205610 h 310187"/>
              <a:gd name="connsiteX55" fmla="*/ 276019 w 331352"/>
              <a:gd name="connsiteY55" fmla="*/ 213356 h 310187"/>
              <a:gd name="connsiteX56" fmla="*/ 120358 w 331352"/>
              <a:gd name="connsiteY56" fmla="*/ 213356 h 310187"/>
              <a:gd name="connsiteX57" fmla="*/ 116466 w 331352"/>
              <a:gd name="connsiteY57" fmla="*/ 212065 h 310187"/>
              <a:gd name="connsiteX58" fmla="*/ 106089 w 331352"/>
              <a:gd name="connsiteY58" fmla="*/ 240469 h 310187"/>
              <a:gd name="connsiteX59" fmla="*/ 276019 w 331352"/>
              <a:gd name="connsiteY59" fmla="*/ 240469 h 310187"/>
              <a:gd name="connsiteX60" fmla="*/ 285100 w 331352"/>
              <a:gd name="connsiteY60" fmla="*/ 248215 h 310187"/>
              <a:gd name="connsiteX61" fmla="*/ 276019 w 331352"/>
              <a:gd name="connsiteY61" fmla="*/ 257253 h 310187"/>
              <a:gd name="connsiteX62" fmla="*/ 266939 w 331352"/>
              <a:gd name="connsiteY62" fmla="*/ 257253 h 310187"/>
              <a:gd name="connsiteX63" fmla="*/ 274722 w 331352"/>
              <a:gd name="connsiteY63" fmla="*/ 279201 h 310187"/>
              <a:gd name="connsiteX64" fmla="*/ 242293 w 331352"/>
              <a:gd name="connsiteY64" fmla="*/ 310187 h 310187"/>
              <a:gd name="connsiteX65" fmla="*/ 211160 w 331352"/>
              <a:gd name="connsiteY65" fmla="*/ 279201 h 310187"/>
              <a:gd name="connsiteX66" fmla="*/ 218943 w 331352"/>
              <a:gd name="connsiteY66" fmla="*/ 257253 h 310187"/>
              <a:gd name="connsiteX67" fmla="*/ 148896 w 331352"/>
              <a:gd name="connsiteY67" fmla="*/ 257253 h 310187"/>
              <a:gd name="connsiteX68" fmla="*/ 157976 w 331352"/>
              <a:gd name="connsiteY68" fmla="*/ 279201 h 310187"/>
              <a:gd name="connsiteX69" fmla="*/ 125547 w 331352"/>
              <a:gd name="connsiteY69" fmla="*/ 310187 h 310187"/>
              <a:gd name="connsiteX70" fmla="*/ 93117 w 331352"/>
              <a:gd name="connsiteY70" fmla="*/ 279201 h 310187"/>
              <a:gd name="connsiteX71" fmla="*/ 102197 w 331352"/>
              <a:gd name="connsiteY71" fmla="*/ 257253 h 310187"/>
              <a:gd name="connsiteX72" fmla="*/ 93117 w 331352"/>
              <a:gd name="connsiteY72" fmla="*/ 257253 h 310187"/>
              <a:gd name="connsiteX73" fmla="*/ 86631 w 331352"/>
              <a:gd name="connsiteY73" fmla="*/ 253380 h 310187"/>
              <a:gd name="connsiteX74" fmla="*/ 85334 w 331352"/>
              <a:gd name="connsiteY74" fmla="*/ 245633 h 310187"/>
              <a:gd name="connsiteX75" fmla="*/ 100900 w 331352"/>
              <a:gd name="connsiteY75" fmla="*/ 201737 h 310187"/>
              <a:gd name="connsiteX76" fmla="*/ 107386 w 331352"/>
              <a:gd name="connsiteY76" fmla="*/ 196572 h 310187"/>
              <a:gd name="connsiteX77" fmla="*/ 51607 w 331352"/>
              <a:gd name="connsiteY77" fmla="*/ 37769 h 310187"/>
              <a:gd name="connsiteX78" fmla="*/ 6206 w 331352"/>
              <a:gd name="connsiteY78" fmla="*/ 19694 h 310187"/>
              <a:gd name="connsiteX79" fmla="*/ 1017 w 331352"/>
              <a:gd name="connsiteY79" fmla="*/ 6783 h 310187"/>
              <a:gd name="connsiteX80" fmla="*/ 13989 w 331352"/>
              <a:gd name="connsiteY80" fmla="*/ 328 h 31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331352" h="310187">
                <a:moveTo>
                  <a:pt x="241311" y="265737"/>
                </a:moveTo>
                <a:cubicBezTo>
                  <a:pt x="233420" y="265737"/>
                  <a:pt x="227023" y="272134"/>
                  <a:pt x="227023" y="280025"/>
                </a:cubicBezTo>
                <a:cubicBezTo>
                  <a:pt x="227023" y="287916"/>
                  <a:pt x="233420" y="294313"/>
                  <a:pt x="241311" y="294313"/>
                </a:cubicBezTo>
                <a:cubicBezTo>
                  <a:pt x="249202" y="294313"/>
                  <a:pt x="255599" y="287916"/>
                  <a:pt x="255599" y="280025"/>
                </a:cubicBezTo>
                <a:cubicBezTo>
                  <a:pt x="255599" y="272134"/>
                  <a:pt x="249202" y="265737"/>
                  <a:pt x="241311" y="265737"/>
                </a:cubicBezTo>
                <a:close/>
                <a:moveTo>
                  <a:pt x="125424" y="265737"/>
                </a:moveTo>
                <a:cubicBezTo>
                  <a:pt x="117533" y="265737"/>
                  <a:pt x="111136" y="272134"/>
                  <a:pt x="111136" y="280025"/>
                </a:cubicBezTo>
                <a:cubicBezTo>
                  <a:pt x="111136" y="287916"/>
                  <a:pt x="117533" y="294313"/>
                  <a:pt x="125424" y="294313"/>
                </a:cubicBezTo>
                <a:cubicBezTo>
                  <a:pt x="133315" y="294313"/>
                  <a:pt x="139712" y="287916"/>
                  <a:pt x="139712" y="280025"/>
                </a:cubicBezTo>
                <a:cubicBezTo>
                  <a:pt x="139712" y="272134"/>
                  <a:pt x="133315" y="265737"/>
                  <a:pt x="125424" y="265737"/>
                </a:cubicBezTo>
                <a:close/>
                <a:moveTo>
                  <a:pt x="242898" y="168899"/>
                </a:moveTo>
                <a:lnTo>
                  <a:pt x="242898" y="192712"/>
                </a:lnTo>
                <a:lnTo>
                  <a:pt x="268298" y="192712"/>
                </a:lnTo>
                <a:lnTo>
                  <a:pt x="276236" y="168899"/>
                </a:lnTo>
                <a:close/>
                <a:moveTo>
                  <a:pt x="173048" y="168899"/>
                </a:moveTo>
                <a:lnTo>
                  <a:pt x="173048" y="192712"/>
                </a:lnTo>
                <a:lnTo>
                  <a:pt x="222261" y="192712"/>
                </a:lnTo>
                <a:lnTo>
                  <a:pt x="222261" y="168899"/>
                </a:lnTo>
                <a:close/>
                <a:moveTo>
                  <a:pt x="120661" y="168899"/>
                </a:moveTo>
                <a:lnTo>
                  <a:pt x="128598" y="192712"/>
                </a:lnTo>
                <a:lnTo>
                  <a:pt x="152411" y="192712"/>
                </a:lnTo>
                <a:lnTo>
                  <a:pt x="152411" y="168899"/>
                </a:lnTo>
                <a:close/>
                <a:moveTo>
                  <a:pt x="242898" y="119687"/>
                </a:moveTo>
                <a:lnTo>
                  <a:pt x="242898" y="148262"/>
                </a:lnTo>
                <a:lnTo>
                  <a:pt x="282586" y="148262"/>
                </a:lnTo>
                <a:lnTo>
                  <a:pt x="290523" y="119687"/>
                </a:lnTo>
                <a:close/>
                <a:moveTo>
                  <a:pt x="173048" y="119687"/>
                </a:moveTo>
                <a:lnTo>
                  <a:pt x="173048" y="148262"/>
                </a:lnTo>
                <a:lnTo>
                  <a:pt x="222261" y="148262"/>
                </a:lnTo>
                <a:lnTo>
                  <a:pt x="222261" y="119687"/>
                </a:lnTo>
                <a:close/>
                <a:moveTo>
                  <a:pt x="103198" y="119687"/>
                </a:moveTo>
                <a:lnTo>
                  <a:pt x="112723" y="148262"/>
                </a:lnTo>
                <a:lnTo>
                  <a:pt x="152411" y="148262"/>
                </a:lnTo>
                <a:lnTo>
                  <a:pt x="152411" y="119687"/>
                </a:lnTo>
                <a:close/>
                <a:moveTo>
                  <a:pt x="242898" y="75237"/>
                </a:moveTo>
                <a:lnTo>
                  <a:pt x="242898" y="99050"/>
                </a:lnTo>
                <a:lnTo>
                  <a:pt x="296873" y="99050"/>
                </a:lnTo>
                <a:lnTo>
                  <a:pt x="304811" y="75237"/>
                </a:lnTo>
                <a:close/>
                <a:moveTo>
                  <a:pt x="173048" y="75237"/>
                </a:moveTo>
                <a:lnTo>
                  <a:pt x="173048" y="99050"/>
                </a:lnTo>
                <a:lnTo>
                  <a:pt x="222261" y="99050"/>
                </a:lnTo>
                <a:lnTo>
                  <a:pt x="222261" y="75237"/>
                </a:lnTo>
                <a:close/>
                <a:moveTo>
                  <a:pt x="87323" y="75237"/>
                </a:moveTo>
                <a:lnTo>
                  <a:pt x="95261" y="99050"/>
                </a:lnTo>
                <a:lnTo>
                  <a:pt x="152411" y="99050"/>
                </a:lnTo>
                <a:lnTo>
                  <a:pt x="152411" y="75237"/>
                </a:lnTo>
                <a:close/>
                <a:moveTo>
                  <a:pt x="13989" y="328"/>
                </a:moveTo>
                <a:cubicBezTo>
                  <a:pt x="13989" y="328"/>
                  <a:pt x="13989" y="328"/>
                  <a:pt x="64579" y="19694"/>
                </a:cubicBezTo>
                <a:cubicBezTo>
                  <a:pt x="67173" y="20985"/>
                  <a:pt x="68471" y="23567"/>
                  <a:pt x="69768" y="26149"/>
                </a:cubicBezTo>
                <a:cubicBezTo>
                  <a:pt x="69768" y="26149"/>
                  <a:pt x="69768" y="26149"/>
                  <a:pt x="80145" y="54553"/>
                </a:cubicBezTo>
                <a:cubicBezTo>
                  <a:pt x="80145" y="54553"/>
                  <a:pt x="81442" y="54553"/>
                  <a:pt x="81442" y="54553"/>
                </a:cubicBezTo>
                <a:cubicBezTo>
                  <a:pt x="81442" y="54553"/>
                  <a:pt x="81442" y="54553"/>
                  <a:pt x="321421" y="54553"/>
                </a:cubicBezTo>
                <a:cubicBezTo>
                  <a:pt x="324015" y="54553"/>
                  <a:pt x="327907" y="55844"/>
                  <a:pt x="329204" y="58426"/>
                </a:cubicBezTo>
                <a:cubicBezTo>
                  <a:pt x="331798" y="62300"/>
                  <a:pt x="331798" y="64882"/>
                  <a:pt x="330501" y="68755"/>
                </a:cubicBezTo>
                <a:cubicBezTo>
                  <a:pt x="330501" y="68755"/>
                  <a:pt x="330501" y="68755"/>
                  <a:pt x="286397" y="205610"/>
                </a:cubicBezTo>
                <a:cubicBezTo>
                  <a:pt x="285100" y="210774"/>
                  <a:pt x="281208" y="213356"/>
                  <a:pt x="276019" y="213356"/>
                </a:cubicBezTo>
                <a:cubicBezTo>
                  <a:pt x="276019" y="213356"/>
                  <a:pt x="276019" y="213356"/>
                  <a:pt x="120358" y="213356"/>
                </a:cubicBezTo>
                <a:cubicBezTo>
                  <a:pt x="119061" y="213356"/>
                  <a:pt x="117763" y="213356"/>
                  <a:pt x="116466" y="212065"/>
                </a:cubicBezTo>
                <a:cubicBezTo>
                  <a:pt x="116466" y="212065"/>
                  <a:pt x="116466" y="212065"/>
                  <a:pt x="106089" y="240469"/>
                </a:cubicBezTo>
                <a:cubicBezTo>
                  <a:pt x="106089" y="240469"/>
                  <a:pt x="106089" y="240469"/>
                  <a:pt x="276019" y="240469"/>
                </a:cubicBezTo>
                <a:cubicBezTo>
                  <a:pt x="281208" y="240469"/>
                  <a:pt x="285100" y="244342"/>
                  <a:pt x="285100" y="248215"/>
                </a:cubicBezTo>
                <a:cubicBezTo>
                  <a:pt x="285100" y="253380"/>
                  <a:pt x="281208" y="257253"/>
                  <a:pt x="276019" y="257253"/>
                </a:cubicBezTo>
                <a:cubicBezTo>
                  <a:pt x="276019" y="257253"/>
                  <a:pt x="276019" y="257253"/>
                  <a:pt x="266939" y="257253"/>
                </a:cubicBezTo>
                <a:cubicBezTo>
                  <a:pt x="272128" y="263708"/>
                  <a:pt x="274722" y="270164"/>
                  <a:pt x="274722" y="279201"/>
                </a:cubicBezTo>
                <a:cubicBezTo>
                  <a:pt x="274722" y="295985"/>
                  <a:pt x="260453" y="310187"/>
                  <a:pt x="242293" y="310187"/>
                </a:cubicBezTo>
                <a:cubicBezTo>
                  <a:pt x="225429" y="310187"/>
                  <a:pt x="211160" y="295985"/>
                  <a:pt x="211160" y="279201"/>
                </a:cubicBezTo>
                <a:cubicBezTo>
                  <a:pt x="211160" y="270164"/>
                  <a:pt x="213755" y="263708"/>
                  <a:pt x="218943" y="257253"/>
                </a:cubicBezTo>
                <a:cubicBezTo>
                  <a:pt x="218943" y="257253"/>
                  <a:pt x="218943" y="257253"/>
                  <a:pt x="148896" y="257253"/>
                </a:cubicBezTo>
                <a:cubicBezTo>
                  <a:pt x="154084" y="263708"/>
                  <a:pt x="157976" y="270164"/>
                  <a:pt x="157976" y="279201"/>
                </a:cubicBezTo>
                <a:cubicBezTo>
                  <a:pt x="157976" y="295985"/>
                  <a:pt x="143707" y="310187"/>
                  <a:pt x="125547" y="310187"/>
                </a:cubicBezTo>
                <a:cubicBezTo>
                  <a:pt x="108683" y="310187"/>
                  <a:pt x="93117" y="295985"/>
                  <a:pt x="93117" y="279201"/>
                </a:cubicBezTo>
                <a:cubicBezTo>
                  <a:pt x="93117" y="270164"/>
                  <a:pt x="97009" y="263708"/>
                  <a:pt x="102197" y="257253"/>
                </a:cubicBezTo>
                <a:cubicBezTo>
                  <a:pt x="102197" y="257253"/>
                  <a:pt x="102197" y="257253"/>
                  <a:pt x="93117" y="257253"/>
                </a:cubicBezTo>
                <a:cubicBezTo>
                  <a:pt x="90523" y="257253"/>
                  <a:pt x="87928" y="255962"/>
                  <a:pt x="86631" y="253380"/>
                </a:cubicBezTo>
                <a:cubicBezTo>
                  <a:pt x="85334" y="252089"/>
                  <a:pt x="84037" y="248215"/>
                  <a:pt x="85334" y="245633"/>
                </a:cubicBezTo>
                <a:cubicBezTo>
                  <a:pt x="85334" y="245633"/>
                  <a:pt x="85334" y="245633"/>
                  <a:pt x="100900" y="201737"/>
                </a:cubicBezTo>
                <a:cubicBezTo>
                  <a:pt x="102197" y="199154"/>
                  <a:pt x="104792" y="196572"/>
                  <a:pt x="107386" y="196572"/>
                </a:cubicBezTo>
                <a:cubicBezTo>
                  <a:pt x="107386" y="196572"/>
                  <a:pt x="107386" y="196572"/>
                  <a:pt x="51607" y="37769"/>
                </a:cubicBezTo>
                <a:cubicBezTo>
                  <a:pt x="51607" y="37769"/>
                  <a:pt x="51607" y="37769"/>
                  <a:pt x="6206" y="19694"/>
                </a:cubicBezTo>
                <a:cubicBezTo>
                  <a:pt x="1017" y="18403"/>
                  <a:pt x="-1577" y="11948"/>
                  <a:pt x="1017" y="6783"/>
                </a:cubicBezTo>
                <a:cubicBezTo>
                  <a:pt x="2315" y="1619"/>
                  <a:pt x="8800" y="-963"/>
                  <a:pt x="13989" y="3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0" name="任意多边形: 形状 201"/>
          <p:cNvSpPr/>
          <p:nvPr/>
        </p:nvSpPr>
        <p:spPr bwMode="auto">
          <a:xfrm>
            <a:off x="4532623" y="4660684"/>
            <a:ext cx="738294" cy="738293"/>
          </a:xfrm>
          <a:custGeom>
            <a:avLst/>
            <a:gdLst>
              <a:gd name="T0" fmla="*/ 84 w 474"/>
              <a:gd name="T1" fmla="*/ 84 h 474"/>
              <a:gd name="T2" fmla="*/ 390 w 474"/>
              <a:gd name="T3" fmla="*/ 84 h 474"/>
              <a:gd name="T4" fmla="*/ 390 w 474"/>
              <a:gd name="T5" fmla="*/ 390 h 474"/>
              <a:gd name="T6" fmla="*/ 84 w 474"/>
              <a:gd name="T7" fmla="*/ 390 h 474"/>
              <a:gd name="T8" fmla="*/ 84 w 474"/>
              <a:gd name="T9" fmla="*/ 84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84" y="84"/>
                </a:moveTo>
                <a:cubicBezTo>
                  <a:pt x="168" y="0"/>
                  <a:pt x="305" y="0"/>
                  <a:pt x="390" y="84"/>
                </a:cubicBezTo>
                <a:cubicBezTo>
                  <a:pt x="474" y="169"/>
                  <a:pt x="474" y="306"/>
                  <a:pt x="390" y="390"/>
                </a:cubicBezTo>
                <a:cubicBezTo>
                  <a:pt x="305" y="474"/>
                  <a:pt x="168" y="474"/>
                  <a:pt x="84" y="390"/>
                </a:cubicBezTo>
                <a:cubicBezTo>
                  <a:pt x="0" y="306"/>
                  <a:pt x="0" y="169"/>
                  <a:pt x="84" y="84"/>
                </a:cubicBezTo>
                <a:close/>
              </a:path>
            </a:pathLst>
          </a:custGeom>
          <a:solidFill>
            <a:schemeClr val="accent3"/>
          </a:solidFill>
          <a:ln w="58738" cap="flat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1" name="椭圆 100"/>
          <p:cNvSpPr/>
          <p:nvPr/>
        </p:nvSpPr>
        <p:spPr bwMode="auto">
          <a:xfrm>
            <a:off x="7441181" y="3503322"/>
            <a:ext cx="673093" cy="672433"/>
          </a:xfrm>
          <a:prstGeom prst="ellipse">
            <a:avLst/>
          </a:prstGeom>
          <a:solidFill>
            <a:schemeClr val="accent6"/>
          </a:solidFill>
          <a:ln w="58738" cap="flat">
            <a:solidFill>
              <a:schemeClr val="accent6">
                <a:lumMod val="20000"/>
                <a:lumOff val="80000"/>
              </a:schemeClr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2" name="任意多边形: 形状 203"/>
          <p:cNvSpPr/>
          <p:nvPr/>
        </p:nvSpPr>
        <p:spPr bwMode="auto">
          <a:xfrm>
            <a:off x="4824492" y="4902801"/>
            <a:ext cx="154557" cy="254058"/>
          </a:xfrm>
          <a:custGeom>
            <a:avLst/>
            <a:gdLst>
              <a:gd name="connsiteX0" fmla="*/ 77917 w 205125"/>
              <a:gd name="connsiteY0" fmla="*/ 23813 h 337179"/>
              <a:gd name="connsiteX1" fmla="*/ 46037 w 205125"/>
              <a:gd name="connsiteY1" fmla="*/ 57327 h 337179"/>
              <a:gd name="connsiteX2" fmla="*/ 59321 w 205125"/>
              <a:gd name="connsiteY2" fmla="*/ 82798 h 337179"/>
              <a:gd name="connsiteX3" fmla="*/ 59321 w 205125"/>
              <a:gd name="connsiteY3" fmla="*/ 60008 h 337179"/>
              <a:gd name="connsiteX4" fmla="*/ 77917 w 205125"/>
              <a:gd name="connsiteY4" fmla="*/ 41240 h 337179"/>
              <a:gd name="connsiteX5" fmla="*/ 95185 w 205125"/>
              <a:gd name="connsiteY5" fmla="*/ 64030 h 337179"/>
              <a:gd name="connsiteX6" fmla="*/ 95185 w 205125"/>
              <a:gd name="connsiteY6" fmla="*/ 84138 h 337179"/>
              <a:gd name="connsiteX7" fmla="*/ 111125 w 205125"/>
              <a:gd name="connsiteY7" fmla="*/ 57327 h 337179"/>
              <a:gd name="connsiteX8" fmla="*/ 77917 w 205125"/>
              <a:gd name="connsiteY8" fmla="*/ 23813 h 337179"/>
              <a:gd name="connsiteX9" fmla="*/ 77555 w 205125"/>
              <a:gd name="connsiteY9" fmla="*/ 0 h 337179"/>
              <a:gd name="connsiteX10" fmla="*/ 134078 w 205125"/>
              <a:gd name="connsiteY10" fmla="*/ 56621 h 337179"/>
              <a:gd name="connsiteX11" fmla="*/ 94644 w 205125"/>
              <a:gd name="connsiteY11" fmla="*/ 109292 h 337179"/>
              <a:gd name="connsiteX12" fmla="*/ 94644 w 205125"/>
              <a:gd name="connsiteY12" fmla="*/ 168546 h 337179"/>
              <a:gd name="connsiteX13" fmla="*/ 101216 w 205125"/>
              <a:gd name="connsiteY13" fmla="*/ 168546 h 337179"/>
              <a:gd name="connsiteX14" fmla="*/ 102531 w 205125"/>
              <a:gd name="connsiteY14" fmla="*/ 135627 h 337179"/>
              <a:gd name="connsiteX15" fmla="*/ 115675 w 205125"/>
              <a:gd name="connsiteY15" fmla="*/ 131677 h 337179"/>
              <a:gd name="connsiteX16" fmla="*/ 132764 w 205125"/>
              <a:gd name="connsiteY16" fmla="*/ 140894 h 337179"/>
              <a:gd name="connsiteX17" fmla="*/ 132764 w 205125"/>
              <a:gd name="connsiteY17" fmla="*/ 177763 h 337179"/>
              <a:gd name="connsiteX18" fmla="*/ 140651 w 205125"/>
              <a:gd name="connsiteY18" fmla="*/ 177763 h 337179"/>
              <a:gd name="connsiteX19" fmla="*/ 140651 w 205125"/>
              <a:gd name="connsiteY19" fmla="*/ 144844 h 337179"/>
              <a:gd name="connsiteX20" fmla="*/ 157739 w 205125"/>
              <a:gd name="connsiteY20" fmla="*/ 146161 h 337179"/>
              <a:gd name="connsiteX21" fmla="*/ 170884 w 205125"/>
              <a:gd name="connsiteY21" fmla="*/ 159329 h 337179"/>
              <a:gd name="connsiteX22" fmla="*/ 170884 w 205125"/>
              <a:gd name="connsiteY22" fmla="*/ 192248 h 337179"/>
              <a:gd name="connsiteX23" fmla="*/ 177456 w 205125"/>
              <a:gd name="connsiteY23" fmla="*/ 192248 h 337179"/>
              <a:gd name="connsiteX24" fmla="*/ 177456 w 205125"/>
              <a:gd name="connsiteY24" fmla="*/ 163279 h 337179"/>
              <a:gd name="connsiteX25" fmla="*/ 193230 w 205125"/>
              <a:gd name="connsiteY25" fmla="*/ 168546 h 337179"/>
              <a:gd name="connsiteX26" fmla="*/ 205061 w 205125"/>
              <a:gd name="connsiteY26" fmla="*/ 192248 h 337179"/>
              <a:gd name="connsiteX27" fmla="*/ 197174 w 205125"/>
              <a:gd name="connsiteY27" fmla="*/ 316023 h 337179"/>
              <a:gd name="connsiteX28" fmla="*/ 119619 w 205125"/>
              <a:gd name="connsiteY28" fmla="*/ 337092 h 337179"/>
              <a:gd name="connsiteX29" fmla="*/ 48636 w 205125"/>
              <a:gd name="connsiteY29" fmla="*/ 298906 h 337179"/>
              <a:gd name="connsiteX30" fmla="*/ 30233 w 205125"/>
              <a:gd name="connsiteY30" fmla="*/ 235701 h 337179"/>
              <a:gd name="connsiteX31" fmla="*/ 0 w 205125"/>
              <a:gd name="connsiteY31" fmla="*/ 167229 h 337179"/>
              <a:gd name="connsiteX32" fmla="*/ 24975 w 205125"/>
              <a:gd name="connsiteY32" fmla="*/ 163279 h 337179"/>
              <a:gd name="connsiteX33" fmla="*/ 59152 w 205125"/>
              <a:gd name="connsiteY33" fmla="*/ 208049 h 337179"/>
              <a:gd name="connsiteX34" fmla="*/ 59152 w 205125"/>
              <a:gd name="connsiteY34" fmla="*/ 109292 h 337179"/>
              <a:gd name="connsiteX35" fmla="*/ 22346 w 205125"/>
              <a:gd name="connsiteY35" fmla="*/ 56621 h 337179"/>
              <a:gd name="connsiteX36" fmla="*/ 77555 w 205125"/>
              <a:gd name="connsiteY36" fmla="*/ 0 h 337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05125" h="337179">
                <a:moveTo>
                  <a:pt x="77917" y="23813"/>
                </a:moveTo>
                <a:cubicBezTo>
                  <a:pt x="60649" y="23813"/>
                  <a:pt x="46037" y="38559"/>
                  <a:pt x="46037" y="57327"/>
                </a:cubicBezTo>
                <a:cubicBezTo>
                  <a:pt x="46037" y="68052"/>
                  <a:pt x="51351" y="77435"/>
                  <a:pt x="59321" y="82798"/>
                </a:cubicBezTo>
                <a:cubicBezTo>
                  <a:pt x="59321" y="82798"/>
                  <a:pt x="59321" y="82798"/>
                  <a:pt x="59321" y="60008"/>
                </a:cubicBezTo>
                <a:cubicBezTo>
                  <a:pt x="59321" y="60008"/>
                  <a:pt x="64634" y="41240"/>
                  <a:pt x="77917" y="41240"/>
                </a:cubicBezTo>
                <a:cubicBezTo>
                  <a:pt x="91200" y="41240"/>
                  <a:pt x="95185" y="64030"/>
                  <a:pt x="95185" y="64030"/>
                </a:cubicBezTo>
                <a:cubicBezTo>
                  <a:pt x="95185" y="64030"/>
                  <a:pt x="95185" y="64030"/>
                  <a:pt x="95185" y="84138"/>
                </a:cubicBezTo>
                <a:cubicBezTo>
                  <a:pt x="104484" y="78776"/>
                  <a:pt x="111125" y="68052"/>
                  <a:pt x="111125" y="57327"/>
                </a:cubicBezTo>
                <a:cubicBezTo>
                  <a:pt x="111125" y="38559"/>
                  <a:pt x="96514" y="23813"/>
                  <a:pt x="77917" y="23813"/>
                </a:cubicBezTo>
                <a:close/>
                <a:moveTo>
                  <a:pt x="77555" y="0"/>
                </a:moveTo>
                <a:cubicBezTo>
                  <a:pt x="109103" y="0"/>
                  <a:pt x="134078" y="25019"/>
                  <a:pt x="134078" y="56621"/>
                </a:cubicBezTo>
                <a:cubicBezTo>
                  <a:pt x="134078" y="81640"/>
                  <a:pt x="116990" y="102708"/>
                  <a:pt x="94644" y="109292"/>
                </a:cubicBezTo>
                <a:cubicBezTo>
                  <a:pt x="94644" y="109292"/>
                  <a:pt x="94644" y="109292"/>
                  <a:pt x="94644" y="168546"/>
                </a:cubicBezTo>
                <a:cubicBezTo>
                  <a:pt x="94644" y="168546"/>
                  <a:pt x="94644" y="168546"/>
                  <a:pt x="101216" y="168546"/>
                </a:cubicBezTo>
                <a:cubicBezTo>
                  <a:pt x="101216" y="168546"/>
                  <a:pt x="101216" y="168546"/>
                  <a:pt x="102531" y="135627"/>
                </a:cubicBezTo>
                <a:cubicBezTo>
                  <a:pt x="105159" y="132993"/>
                  <a:pt x="110417" y="131677"/>
                  <a:pt x="115675" y="131677"/>
                </a:cubicBezTo>
                <a:cubicBezTo>
                  <a:pt x="124877" y="132993"/>
                  <a:pt x="130135" y="136944"/>
                  <a:pt x="132764" y="140894"/>
                </a:cubicBezTo>
                <a:cubicBezTo>
                  <a:pt x="132764" y="140894"/>
                  <a:pt x="132764" y="140894"/>
                  <a:pt x="132764" y="177763"/>
                </a:cubicBezTo>
                <a:cubicBezTo>
                  <a:pt x="132764" y="177763"/>
                  <a:pt x="132764" y="177763"/>
                  <a:pt x="140651" y="177763"/>
                </a:cubicBezTo>
                <a:cubicBezTo>
                  <a:pt x="140651" y="177763"/>
                  <a:pt x="140651" y="177763"/>
                  <a:pt x="140651" y="144844"/>
                </a:cubicBezTo>
                <a:cubicBezTo>
                  <a:pt x="144594" y="143527"/>
                  <a:pt x="151167" y="143527"/>
                  <a:pt x="157739" y="146161"/>
                </a:cubicBezTo>
                <a:cubicBezTo>
                  <a:pt x="164312" y="148795"/>
                  <a:pt x="168255" y="155378"/>
                  <a:pt x="170884" y="159329"/>
                </a:cubicBezTo>
                <a:cubicBezTo>
                  <a:pt x="170884" y="159329"/>
                  <a:pt x="170884" y="159329"/>
                  <a:pt x="170884" y="192248"/>
                </a:cubicBezTo>
                <a:cubicBezTo>
                  <a:pt x="170884" y="192248"/>
                  <a:pt x="170884" y="192248"/>
                  <a:pt x="177456" y="192248"/>
                </a:cubicBezTo>
                <a:cubicBezTo>
                  <a:pt x="177456" y="192248"/>
                  <a:pt x="177456" y="192248"/>
                  <a:pt x="177456" y="163279"/>
                </a:cubicBezTo>
                <a:cubicBezTo>
                  <a:pt x="181400" y="161962"/>
                  <a:pt x="187972" y="163279"/>
                  <a:pt x="193230" y="168546"/>
                </a:cubicBezTo>
                <a:cubicBezTo>
                  <a:pt x="203746" y="176447"/>
                  <a:pt x="205061" y="192248"/>
                  <a:pt x="205061" y="192248"/>
                </a:cubicBezTo>
                <a:cubicBezTo>
                  <a:pt x="205061" y="192248"/>
                  <a:pt x="206375" y="292322"/>
                  <a:pt x="197174" y="316023"/>
                </a:cubicBezTo>
                <a:cubicBezTo>
                  <a:pt x="186658" y="339725"/>
                  <a:pt x="147223" y="337092"/>
                  <a:pt x="119619" y="337092"/>
                </a:cubicBezTo>
                <a:cubicBezTo>
                  <a:pt x="90700" y="337092"/>
                  <a:pt x="67039" y="333141"/>
                  <a:pt x="48636" y="298906"/>
                </a:cubicBezTo>
                <a:cubicBezTo>
                  <a:pt x="40749" y="285738"/>
                  <a:pt x="38120" y="259403"/>
                  <a:pt x="30233" y="235701"/>
                </a:cubicBezTo>
                <a:cubicBezTo>
                  <a:pt x="17088" y="200148"/>
                  <a:pt x="0" y="167229"/>
                  <a:pt x="0" y="167229"/>
                </a:cubicBezTo>
                <a:cubicBezTo>
                  <a:pt x="0" y="167229"/>
                  <a:pt x="9201" y="158012"/>
                  <a:pt x="24975" y="163279"/>
                </a:cubicBezTo>
                <a:cubicBezTo>
                  <a:pt x="40749" y="168546"/>
                  <a:pt x="59152" y="208049"/>
                  <a:pt x="59152" y="208049"/>
                </a:cubicBezTo>
                <a:cubicBezTo>
                  <a:pt x="59152" y="208049"/>
                  <a:pt x="59152" y="208049"/>
                  <a:pt x="59152" y="109292"/>
                </a:cubicBezTo>
                <a:cubicBezTo>
                  <a:pt x="36805" y="101391"/>
                  <a:pt x="22346" y="80323"/>
                  <a:pt x="22346" y="56621"/>
                </a:cubicBezTo>
                <a:cubicBezTo>
                  <a:pt x="22346" y="25019"/>
                  <a:pt x="47322" y="0"/>
                  <a:pt x="775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3" name="任意多边形: 形状 204"/>
          <p:cNvSpPr/>
          <p:nvPr/>
        </p:nvSpPr>
        <p:spPr bwMode="auto">
          <a:xfrm>
            <a:off x="7650699" y="3736823"/>
            <a:ext cx="254057" cy="205433"/>
          </a:xfrm>
          <a:custGeom>
            <a:avLst/>
            <a:gdLst>
              <a:gd name="connsiteX0" fmla="*/ 0 w 331788"/>
              <a:gd name="connsiteY0" fmla="*/ 255587 h 268287"/>
              <a:gd name="connsiteX1" fmla="*/ 331788 w 331788"/>
              <a:gd name="connsiteY1" fmla="*/ 255587 h 268287"/>
              <a:gd name="connsiteX2" fmla="*/ 331788 w 331788"/>
              <a:gd name="connsiteY2" fmla="*/ 268287 h 268287"/>
              <a:gd name="connsiteX3" fmla="*/ 0 w 331788"/>
              <a:gd name="connsiteY3" fmla="*/ 268287 h 268287"/>
              <a:gd name="connsiteX4" fmla="*/ 76201 w 331788"/>
              <a:gd name="connsiteY4" fmla="*/ 207962 h 268287"/>
              <a:gd name="connsiteX5" fmla="*/ 82551 w 331788"/>
              <a:gd name="connsiteY5" fmla="*/ 207962 h 268287"/>
              <a:gd name="connsiteX6" fmla="*/ 82551 w 331788"/>
              <a:gd name="connsiteY6" fmla="*/ 247650 h 268287"/>
              <a:gd name="connsiteX7" fmla="*/ 55563 w 331788"/>
              <a:gd name="connsiteY7" fmla="*/ 247650 h 268287"/>
              <a:gd name="connsiteX8" fmla="*/ 55563 w 331788"/>
              <a:gd name="connsiteY8" fmla="*/ 227012 h 268287"/>
              <a:gd name="connsiteX9" fmla="*/ 115888 w 331788"/>
              <a:gd name="connsiteY9" fmla="*/ 168275 h 268287"/>
              <a:gd name="connsiteX10" fmla="*/ 127168 w 331788"/>
              <a:gd name="connsiteY10" fmla="*/ 168275 h 268287"/>
              <a:gd name="connsiteX11" fmla="*/ 139701 w 331788"/>
              <a:gd name="connsiteY11" fmla="*/ 170835 h 268287"/>
              <a:gd name="connsiteX12" fmla="*/ 139701 w 331788"/>
              <a:gd name="connsiteY12" fmla="*/ 247650 h 268287"/>
              <a:gd name="connsiteX13" fmla="*/ 115888 w 331788"/>
              <a:gd name="connsiteY13" fmla="*/ 247650 h 268287"/>
              <a:gd name="connsiteX14" fmla="*/ 198438 w 331788"/>
              <a:gd name="connsiteY14" fmla="*/ 155575 h 268287"/>
              <a:gd name="connsiteX15" fmla="*/ 198438 w 331788"/>
              <a:gd name="connsiteY15" fmla="*/ 247650 h 268287"/>
              <a:gd name="connsiteX16" fmla="*/ 173038 w 331788"/>
              <a:gd name="connsiteY16" fmla="*/ 247650 h 268287"/>
              <a:gd name="connsiteX17" fmla="*/ 173038 w 331788"/>
              <a:gd name="connsiteY17" fmla="*/ 168363 h 268287"/>
              <a:gd name="connsiteX18" fmla="*/ 198438 w 331788"/>
              <a:gd name="connsiteY18" fmla="*/ 155575 h 268287"/>
              <a:gd name="connsiteX19" fmla="*/ 149226 w 331788"/>
              <a:gd name="connsiteY19" fmla="*/ 41376 h 268287"/>
              <a:gd name="connsiteX20" fmla="*/ 114947 w 331788"/>
              <a:gd name="connsiteY20" fmla="*/ 55968 h 268287"/>
              <a:gd name="connsiteX21" fmla="*/ 114947 w 331788"/>
              <a:gd name="connsiteY21" fmla="*/ 123418 h 268287"/>
              <a:gd name="connsiteX22" fmla="*/ 183504 w 331788"/>
              <a:gd name="connsiteY22" fmla="*/ 123418 h 268287"/>
              <a:gd name="connsiteX23" fmla="*/ 183504 w 331788"/>
              <a:gd name="connsiteY23" fmla="*/ 55968 h 268287"/>
              <a:gd name="connsiteX24" fmla="*/ 149226 w 331788"/>
              <a:gd name="connsiteY24" fmla="*/ 41376 h 268287"/>
              <a:gd name="connsiteX25" fmla="*/ 228600 w 331788"/>
              <a:gd name="connsiteY25" fmla="*/ 39687 h 268287"/>
              <a:gd name="connsiteX26" fmla="*/ 254000 w 331788"/>
              <a:gd name="connsiteY26" fmla="*/ 39687 h 268287"/>
              <a:gd name="connsiteX27" fmla="*/ 254000 w 331788"/>
              <a:gd name="connsiteY27" fmla="*/ 247650 h 268287"/>
              <a:gd name="connsiteX28" fmla="*/ 228600 w 331788"/>
              <a:gd name="connsiteY28" fmla="*/ 247650 h 268287"/>
              <a:gd name="connsiteX29" fmla="*/ 228600 w 331788"/>
              <a:gd name="connsiteY29" fmla="*/ 110730 h 268287"/>
              <a:gd name="connsiteX30" fmla="*/ 231140 w 331788"/>
              <a:gd name="connsiteY30" fmla="*/ 90063 h 268287"/>
              <a:gd name="connsiteX31" fmla="*/ 228600 w 331788"/>
              <a:gd name="connsiteY31" fmla="*/ 69396 h 268287"/>
              <a:gd name="connsiteX32" fmla="*/ 228600 w 331788"/>
              <a:gd name="connsiteY32" fmla="*/ 39687 h 268287"/>
              <a:gd name="connsiteX33" fmla="*/ 149707 w 331788"/>
              <a:gd name="connsiteY33" fmla="*/ 22312 h 268287"/>
              <a:gd name="connsiteX34" fmla="*/ 196764 w 331788"/>
              <a:gd name="connsiteY34" fmla="*/ 41623 h 268287"/>
              <a:gd name="connsiteX35" fmla="*/ 196764 w 331788"/>
              <a:gd name="connsiteY35" fmla="*/ 136893 h 268287"/>
              <a:gd name="connsiteX36" fmla="*/ 109096 w 331788"/>
              <a:gd name="connsiteY36" fmla="*/ 143330 h 268287"/>
              <a:gd name="connsiteX37" fmla="*/ 97492 w 331788"/>
              <a:gd name="connsiteY37" fmla="*/ 154917 h 268287"/>
              <a:gd name="connsiteX38" fmla="*/ 93625 w 331788"/>
              <a:gd name="connsiteY38" fmla="*/ 170366 h 268287"/>
              <a:gd name="connsiteX39" fmla="*/ 43344 w 331788"/>
              <a:gd name="connsiteY39" fmla="*/ 220576 h 268287"/>
              <a:gd name="connsiteX40" fmla="*/ 18848 w 331788"/>
              <a:gd name="connsiteY40" fmla="*/ 220576 h 268287"/>
              <a:gd name="connsiteX41" fmla="*/ 18848 w 331788"/>
              <a:gd name="connsiteY41" fmla="*/ 196115 h 268287"/>
              <a:gd name="connsiteX42" fmla="*/ 67840 w 331788"/>
              <a:gd name="connsiteY42" fmla="*/ 145905 h 268287"/>
              <a:gd name="connsiteX43" fmla="*/ 84600 w 331788"/>
              <a:gd name="connsiteY43" fmla="*/ 140755 h 268287"/>
              <a:gd name="connsiteX44" fmla="*/ 96203 w 331788"/>
              <a:gd name="connsiteY44" fmla="*/ 129168 h 268287"/>
              <a:gd name="connsiteX45" fmla="*/ 102649 w 331788"/>
              <a:gd name="connsiteY45" fmla="*/ 41623 h 268287"/>
              <a:gd name="connsiteX46" fmla="*/ 149707 w 331788"/>
              <a:gd name="connsiteY46" fmla="*/ 22312 h 268287"/>
              <a:gd name="connsiteX47" fmla="*/ 280988 w 331788"/>
              <a:gd name="connsiteY47" fmla="*/ 0 h 268287"/>
              <a:gd name="connsiteX48" fmla="*/ 306388 w 331788"/>
              <a:gd name="connsiteY48" fmla="*/ 0 h 268287"/>
              <a:gd name="connsiteX49" fmla="*/ 306388 w 331788"/>
              <a:gd name="connsiteY49" fmla="*/ 247650 h 268287"/>
              <a:gd name="connsiteX50" fmla="*/ 280988 w 331788"/>
              <a:gd name="connsiteY50" fmla="*/ 247650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1788" h="268287">
                <a:moveTo>
                  <a:pt x="0" y="255587"/>
                </a:moveTo>
                <a:lnTo>
                  <a:pt x="331788" y="255587"/>
                </a:lnTo>
                <a:lnTo>
                  <a:pt x="331788" y="268287"/>
                </a:lnTo>
                <a:lnTo>
                  <a:pt x="0" y="268287"/>
                </a:lnTo>
                <a:close/>
                <a:moveTo>
                  <a:pt x="76201" y="207962"/>
                </a:moveTo>
                <a:lnTo>
                  <a:pt x="82551" y="207962"/>
                </a:lnTo>
                <a:lnTo>
                  <a:pt x="82551" y="247650"/>
                </a:lnTo>
                <a:lnTo>
                  <a:pt x="55563" y="247650"/>
                </a:lnTo>
                <a:lnTo>
                  <a:pt x="55563" y="227012"/>
                </a:lnTo>
                <a:close/>
                <a:moveTo>
                  <a:pt x="115888" y="168275"/>
                </a:moveTo>
                <a:cubicBezTo>
                  <a:pt x="115888" y="168275"/>
                  <a:pt x="115888" y="168275"/>
                  <a:pt x="127168" y="168275"/>
                </a:cubicBezTo>
                <a:cubicBezTo>
                  <a:pt x="130928" y="169555"/>
                  <a:pt x="135941" y="170835"/>
                  <a:pt x="139701" y="170835"/>
                </a:cubicBezTo>
                <a:cubicBezTo>
                  <a:pt x="139701" y="170835"/>
                  <a:pt x="139701" y="170835"/>
                  <a:pt x="139701" y="247650"/>
                </a:cubicBezTo>
                <a:cubicBezTo>
                  <a:pt x="139701" y="247650"/>
                  <a:pt x="139701" y="247650"/>
                  <a:pt x="115888" y="247650"/>
                </a:cubicBezTo>
                <a:close/>
                <a:moveTo>
                  <a:pt x="198438" y="155575"/>
                </a:moveTo>
                <a:cubicBezTo>
                  <a:pt x="198438" y="155575"/>
                  <a:pt x="198438" y="155575"/>
                  <a:pt x="198438" y="247650"/>
                </a:cubicBezTo>
                <a:cubicBezTo>
                  <a:pt x="198438" y="247650"/>
                  <a:pt x="198438" y="247650"/>
                  <a:pt x="173038" y="247650"/>
                </a:cubicBezTo>
                <a:lnTo>
                  <a:pt x="173038" y="168363"/>
                </a:lnTo>
                <a:cubicBezTo>
                  <a:pt x="181928" y="165805"/>
                  <a:pt x="190818" y="161969"/>
                  <a:pt x="198438" y="155575"/>
                </a:cubicBezTo>
                <a:close/>
                <a:moveTo>
                  <a:pt x="149226" y="41376"/>
                </a:moveTo>
                <a:cubicBezTo>
                  <a:pt x="136937" y="41376"/>
                  <a:pt x="124649" y="46240"/>
                  <a:pt x="114947" y="55968"/>
                </a:cubicBezTo>
                <a:cubicBezTo>
                  <a:pt x="96838" y="74128"/>
                  <a:pt x="96838" y="105259"/>
                  <a:pt x="114947" y="123418"/>
                </a:cubicBezTo>
                <a:cubicBezTo>
                  <a:pt x="134350" y="142875"/>
                  <a:pt x="164101" y="142875"/>
                  <a:pt x="183504" y="123418"/>
                </a:cubicBezTo>
                <a:cubicBezTo>
                  <a:pt x="201613" y="105259"/>
                  <a:pt x="201613" y="74128"/>
                  <a:pt x="183504" y="55968"/>
                </a:cubicBezTo>
                <a:cubicBezTo>
                  <a:pt x="173803" y="46240"/>
                  <a:pt x="161514" y="41376"/>
                  <a:pt x="149226" y="41376"/>
                </a:cubicBezTo>
                <a:close/>
                <a:moveTo>
                  <a:pt x="228600" y="39687"/>
                </a:moveTo>
                <a:cubicBezTo>
                  <a:pt x="228600" y="39687"/>
                  <a:pt x="228600" y="39687"/>
                  <a:pt x="254000" y="39687"/>
                </a:cubicBezTo>
                <a:lnTo>
                  <a:pt x="254000" y="247650"/>
                </a:lnTo>
                <a:cubicBezTo>
                  <a:pt x="254000" y="247650"/>
                  <a:pt x="254000" y="247650"/>
                  <a:pt x="228600" y="247650"/>
                </a:cubicBezTo>
                <a:cubicBezTo>
                  <a:pt x="228600" y="247650"/>
                  <a:pt x="228600" y="247650"/>
                  <a:pt x="228600" y="110730"/>
                </a:cubicBezTo>
                <a:cubicBezTo>
                  <a:pt x="231140" y="104272"/>
                  <a:pt x="231140" y="96521"/>
                  <a:pt x="231140" y="90063"/>
                </a:cubicBezTo>
                <a:cubicBezTo>
                  <a:pt x="231140" y="83604"/>
                  <a:pt x="231140" y="75854"/>
                  <a:pt x="228600" y="69396"/>
                </a:cubicBezTo>
                <a:cubicBezTo>
                  <a:pt x="228600" y="69396"/>
                  <a:pt x="228600" y="69396"/>
                  <a:pt x="228600" y="39687"/>
                </a:cubicBezTo>
                <a:close/>
                <a:moveTo>
                  <a:pt x="149707" y="22312"/>
                </a:moveTo>
                <a:cubicBezTo>
                  <a:pt x="166789" y="22312"/>
                  <a:pt x="183872" y="28749"/>
                  <a:pt x="196764" y="41623"/>
                </a:cubicBezTo>
                <a:cubicBezTo>
                  <a:pt x="223838" y="68659"/>
                  <a:pt x="223838" y="111144"/>
                  <a:pt x="196764" y="136893"/>
                </a:cubicBezTo>
                <a:cubicBezTo>
                  <a:pt x="173558" y="161354"/>
                  <a:pt x="136170" y="162641"/>
                  <a:pt x="109096" y="143330"/>
                </a:cubicBezTo>
                <a:cubicBezTo>
                  <a:pt x="109096" y="143330"/>
                  <a:pt x="109096" y="143330"/>
                  <a:pt x="97492" y="154917"/>
                </a:cubicBezTo>
                <a:cubicBezTo>
                  <a:pt x="98782" y="160067"/>
                  <a:pt x="97492" y="166504"/>
                  <a:pt x="93625" y="170366"/>
                </a:cubicBezTo>
                <a:cubicBezTo>
                  <a:pt x="93625" y="170366"/>
                  <a:pt x="93625" y="170366"/>
                  <a:pt x="43344" y="220576"/>
                </a:cubicBezTo>
                <a:cubicBezTo>
                  <a:pt x="35608" y="227013"/>
                  <a:pt x="25295" y="227013"/>
                  <a:pt x="18848" y="220576"/>
                </a:cubicBezTo>
                <a:cubicBezTo>
                  <a:pt x="11113" y="214139"/>
                  <a:pt x="11113" y="202552"/>
                  <a:pt x="18848" y="196115"/>
                </a:cubicBezTo>
                <a:cubicBezTo>
                  <a:pt x="18848" y="196115"/>
                  <a:pt x="18848" y="196115"/>
                  <a:pt x="67840" y="145905"/>
                </a:cubicBezTo>
                <a:cubicBezTo>
                  <a:pt x="72997" y="142043"/>
                  <a:pt x="78154" y="140755"/>
                  <a:pt x="84600" y="140755"/>
                </a:cubicBezTo>
                <a:cubicBezTo>
                  <a:pt x="84600" y="140755"/>
                  <a:pt x="84600" y="140755"/>
                  <a:pt x="96203" y="129168"/>
                </a:cubicBezTo>
                <a:cubicBezTo>
                  <a:pt x="75575" y="103420"/>
                  <a:pt x="78154" y="66084"/>
                  <a:pt x="102649" y="41623"/>
                </a:cubicBezTo>
                <a:cubicBezTo>
                  <a:pt x="115542" y="28749"/>
                  <a:pt x="132624" y="22312"/>
                  <a:pt x="149707" y="22312"/>
                </a:cubicBezTo>
                <a:close/>
                <a:moveTo>
                  <a:pt x="280988" y="0"/>
                </a:moveTo>
                <a:lnTo>
                  <a:pt x="306388" y="0"/>
                </a:lnTo>
                <a:lnTo>
                  <a:pt x="306388" y="247650"/>
                </a:lnTo>
                <a:lnTo>
                  <a:pt x="280988" y="2476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4" name="任意多边形: 形状 205"/>
          <p:cNvSpPr/>
          <p:nvPr/>
        </p:nvSpPr>
        <p:spPr bwMode="auto">
          <a:xfrm>
            <a:off x="4532623" y="2280103"/>
            <a:ext cx="738294" cy="738293"/>
          </a:xfrm>
          <a:custGeom>
            <a:avLst/>
            <a:gdLst>
              <a:gd name="T0" fmla="*/ 390 w 474"/>
              <a:gd name="T1" fmla="*/ 84 h 474"/>
              <a:gd name="T2" fmla="*/ 390 w 474"/>
              <a:gd name="T3" fmla="*/ 390 h 474"/>
              <a:gd name="T4" fmla="*/ 84 w 474"/>
              <a:gd name="T5" fmla="*/ 390 h 474"/>
              <a:gd name="T6" fmla="*/ 84 w 474"/>
              <a:gd name="T7" fmla="*/ 84 h 474"/>
              <a:gd name="T8" fmla="*/ 390 w 474"/>
              <a:gd name="T9" fmla="*/ 84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390" y="84"/>
                </a:moveTo>
                <a:cubicBezTo>
                  <a:pt x="474" y="168"/>
                  <a:pt x="474" y="305"/>
                  <a:pt x="390" y="390"/>
                </a:cubicBezTo>
                <a:cubicBezTo>
                  <a:pt x="305" y="474"/>
                  <a:pt x="168" y="474"/>
                  <a:pt x="84" y="390"/>
                </a:cubicBezTo>
                <a:cubicBezTo>
                  <a:pt x="0" y="305"/>
                  <a:pt x="0" y="168"/>
                  <a:pt x="84" y="84"/>
                </a:cubicBezTo>
                <a:cubicBezTo>
                  <a:pt x="168" y="0"/>
                  <a:pt x="305" y="0"/>
                  <a:pt x="390" y="84"/>
                </a:cubicBezTo>
                <a:close/>
              </a:path>
            </a:pathLst>
          </a:custGeom>
          <a:solidFill>
            <a:schemeClr val="accent1"/>
          </a:solidFill>
          <a:ln w="58738" cap="flat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5" name="椭圆 104"/>
          <p:cNvSpPr/>
          <p:nvPr/>
        </p:nvSpPr>
        <p:spPr bwMode="auto">
          <a:xfrm>
            <a:off x="4071380" y="3503322"/>
            <a:ext cx="673093" cy="672433"/>
          </a:xfrm>
          <a:prstGeom prst="ellipse">
            <a:avLst/>
          </a:prstGeom>
          <a:solidFill>
            <a:schemeClr val="accent4"/>
          </a:solidFill>
          <a:ln w="58738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6" name="任意多边形: 形状 207"/>
          <p:cNvSpPr/>
          <p:nvPr/>
        </p:nvSpPr>
        <p:spPr bwMode="auto">
          <a:xfrm>
            <a:off x="6914025" y="4660684"/>
            <a:ext cx="738953" cy="738293"/>
          </a:xfrm>
          <a:custGeom>
            <a:avLst/>
            <a:gdLst>
              <a:gd name="T0" fmla="*/ 84 w 474"/>
              <a:gd name="T1" fmla="*/ 390 h 474"/>
              <a:gd name="T2" fmla="*/ 84 w 474"/>
              <a:gd name="T3" fmla="*/ 84 h 474"/>
              <a:gd name="T4" fmla="*/ 390 w 474"/>
              <a:gd name="T5" fmla="*/ 84 h 474"/>
              <a:gd name="T6" fmla="*/ 390 w 474"/>
              <a:gd name="T7" fmla="*/ 390 h 474"/>
              <a:gd name="T8" fmla="*/ 84 w 474"/>
              <a:gd name="T9" fmla="*/ 39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4" h="474">
                <a:moveTo>
                  <a:pt x="84" y="390"/>
                </a:moveTo>
                <a:cubicBezTo>
                  <a:pt x="0" y="306"/>
                  <a:pt x="0" y="169"/>
                  <a:pt x="84" y="84"/>
                </a:cubicBezTo>
                <a:cubicBezTo>
                  <a:pt x="169" y="0"/>
                  <a:pt x="306" y="0"/>
                  <a:pt x="390" y="84"/>
                </a:cubicBezTo>
                <a:cubicBezTo>
                  <a:pt x="474" y="169"/>
                  <a:pt x="474" y="306"/>
                  <a:pt x="390" y="390"/>
                </a:cubicBezTo>
                <a:cubicBezTo>
                  <a:pt x="306" y="474"/>
                  <a:pt x="169" y="474"/>
                  <a:pt x="84" y="390"/>
                </a:cubicBezTo>
                <a:close/>
              </a:path>
            </a:pathLst>
          </a:custGeom>
          <a:solidFill>
            <a:schemeClr val="accent5"/>
          </a:solidFill>
          <a:ln w="58738" cap="flat">
            <a:solidFill>
              <a:schemeClr val="accent5">
                <a:lumMod val="20000"/>
                <a:lumOff val="80000"/>
              </a:schemeClr>
            </a:solidFill>
            <a:prstDash val="solid"/>
            <a:miter lim="800000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7" name="任意多边形: 形状 208"/>
          <p:cNvSpPr/>
          <p:nvPr/>
        </p:nvSpPr>
        <p:spPr bwMode="auto">
          <a:xfrm>
            <a:off x="4794981" y="2522438"/>
            <a:ext cx="213577" cy="253625"/>
          </a:xfrm>
          <a:custGeom>
            <a:avLst/>
            <a:gdLst>
              <a:gd name="T0" fmla="*/ 149 w 216"/>
              <a:gd name="T1" fmla="*/ 112 h 256"/>
              <a:gd name="T2" fmla="*/ 196 w 216"/>
              <a:gd name="T3" fmla="*/ 112 h 256"/>
              <a:gd name="T4" fmla="*/ 196 w 216"/>
              <a:gd name="T5" fmla="*/ 140 h 256"/>
              <a:gd name="T6" fmla="*/ 134 w 216"/>
              <a:gd name="T7" fmla="*/ 140 h 256"/>
              <a:gd name="T8" fmla="*/ 134 w 216"/>
              <a:gd name="T9" fmla="*/ 165 h 256"/>
              <a:gd name="T10" fmla="*/ 196 w 216"/>
              <a:gd name="T11" fmla="*/ 165 h 256"/>
              <a:gd name="T12" fmla="*/ 196 w 216"/>
              <a:gd name="T13" fmla="*/ 193 h 256"/>
              <a:gd name="T14" fmla="*/ 134 w 216"/>
              <a:gd name="T15" fmla="*/ 193 h 256"/>
              <a:gd name="T16" fmla="*/ 134 w 216"/>
              <a:gd name="T17" fmla="*/ 256 h 256"/>
              <a:gd name="T18" fmla="*/ 78 w 216"/>
              <a:gd name="T19" fmla="*/ 256 h 256"/>
              <a:gd name="T20" fmla="*/ 78 w 216"/>
              <a:gd name="T21" fmla="*/ 193 h 256"/>
              <a:gd name="T22" fmla="*/ 17 w 216"/>
              <a:gd name="T23" fmla="*/ 193 h 256"/>
              <a:gd name="T24" fmla="*/ 17 w 216"/>
              <a:gd name="T25" fmla="*/ 165 h 256"/>
              <a:gd name="T26" fmla="*/ 78 w 216"/>
              <a:gd name="T27" fmla="*/ 165 h 256"/>
              <a:gd name="T28" fmla="*/ 78 w 216"/>
              <a:gd name="T29" fmla="*/ 140 h 256"/>
              <a:gd name="T30" fmla="*/ 17 w 216"/>
              <a:gd name="T31" fmla="*/ 140 h 256"/>
              <a:gd name="T32" fmla="*/ 17 w 216"/>
              <a:gd name="T33" fmla="*/ 112 h 256"/>
              <a:gd name="T34" fmla="*/ 64 w 216"/>
              <a:gd name="T35" fmla="*/ 112 h 256"/>
              <a:gd name="T36" fmla="*/ 0 w 216"/>
              <a:gd name="T37" fmla="*/ 0 h 256"/>
              <a:gd name="T38" fmla="*/ 64 w 216"/>
              <a:gd name="T39" fmla="*/ 0 h 256"/>
              <a:gd name="T40" fmla="*/ 91 w 216"/>
              <a:gd name="T41" fmla="*/ 63 h 256"/>
              <a:gd name="T42" fmla="*/ 108 w 216"/>
              <a:gd name="T43" fmla="*/ 106 h 256"/>
              <a:gd name="T44" fmla="*/ 109 w 216"/>
              <a:gd name="T45" fmla="*/ 106 h 256"/>
              <a:gd name="T46" fmla="*/ 126 w 216"/>
              <a:gd name="T47" fmla="*/ 63 h 256"/>
              <a:gd name="T48" fmla="*/ 153 w 216"/>
              <a:gd name="T49" fmla="*/ 0 h 256"/>
              <a:gd name="T50" fmla="*/ 216 w 216"/>
              <a:gd name="T51" fmla="*/ 0 h 256"/>
              <a:gd name="T52" fmla="*/ 149 w 216"/>
              <a:gd name="T53" fmla="*/ 112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6" h="256">
                <a:moveTo>
                  <a:pt x="149" y="112"/>
                </a:moveTo>
                <a:cubicBezTo>
                  <a:pt x="196" y="112"/>
                  <a:pt x="196" y="112"/>
                  <a:pt x="196" y="112"/>
                </a:cubicBezTo>
                <a:cubicBezTo>
                  <a:pt x="196" y="140"/>
                  <a:pt x="196" y="140"/>
                  <a:pt x="196" y="140"/>
                </a:cubicBezTo>
                <a:cubicBezTo>
                  <a:pt x="134" y="140"/>
                  <a:pt x="134" y="140"/>
                  <a:pt x="134" y="140"/>
                </a:cubicBezTo>
                <a:cubicBezTo>
                  <a:pt x="134" y="165"/>
                  <a:pt x="134" y="165"/>
                  <a:pt x="134" y="165"/>
                </a:cubicBezTo>
                <a:cubicBezTo>
                  <a:pt x="196" y="165"/>
                  <a:pt x="196" y="165"/>
                  <a:pt x="196" y="165"/>
                </a:cubicBezTo>
                <a:cubicBezTo>
                  <a:pt x="196" y="193"/>
                  <a:pt x="196" y="193"/>
                  <a:pt x="196" y="193"/>
                </a:cubicBezTo>
                <a:cubicBezTo>
                  <a:pt x="134" y="193"/>
                  <a:pt x="134" y="193"/>
                  <a:pt x="134" y="193"/>
                </a:cubicBezTo>
                <a:cubicBezTo>
                  <a:pt x="134" y="256"/>
                  <a:pt x="134" y="256"/>
                  <a:pt x="134" y="256"/>
                </a:cubicBezTo>
                <a:cubicBezTo>
                  <a:pt x="78" y="256"/>
                  <a:pt x="78" y="256"/>
                  <a:pt x="78" y="256"/>
                </a:cubicBezTo>
                <a:cubicBezTo>
                  <a:pt x="78" y="193"/>
                  <a:pt x="78" y="193"/>
                  <a:pt x="78" y="193"/>
                </a:cubicBezTo>
                <a:cubicBezTo>
                  <a:pt x="17" y="193"/>
                  <a:pt x="17" y="193"/>
                  <a:pt x="17" y="193"/>
                </a:cubicBezTo>
                <a:cubicBezTo>
                  <a:pt x="17" y="165"/>
                  <a:pt x="17" y="165"/>
                  <a:pt x="17" y="165"/>
                </a:cubicBezTo>
                <a:cubicBezTo>
                  <a:pt x="78" y="165"/>
                  <a:pt x="78" y="165"/>
                  <a:pt x="78" y="165"/>
                </a:cubicBezTo>
                <a:cubicBezTo>
                  <a:pt x="78" y="140"/>
                  <a:pt x="78" y="140"/>
                  <a:pt x="78" y="140"/>
                </a:cubicBezTo>
                <a:cubicBezTo>
                  <a:pt x="17" y="140"/>
                  <a:pt x="17" y="140"/>
                  <a:pt x="17" y="140"/>
                </a:cubicBezTo>
                <a:cubicBezTo>
                  <a:pt x="17" y="112"/>
                  <a:pt x="17" y="112"/>
                  <a:pt x="17" y="112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0" y="0"/>
                  <a:pt x="0" y="0"/>
                  <a:pt x="0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91" y="63"/>
                  <a:pt x="91" y="63"/>
                  <a:pt x="91" y="63"/>
                </a:cubicBezTo>
                <a:cubicBezTo>
                  <a:pt x="98" y="79"/>
                  <a:pt x="103" y="92"/>
                  <a:pt x="108" y="106"/>
                </a:cubicBezTo>
                <a:cubicBezTo>
                  <a:pt x="109" y="106"/>
                  <a:pt x="109" y="106"/>
                  <a:pt x="109" y="106"/>
                </a:cubicBezTo>
                <a:cubicBezTo>
                  <a:pt x="114" y="93"/>
                  <a:pt x="119" y="78"/>
                  <a:pt x="126" y="63"/>
                </a:cubicBezTo>
                <a:cubicBezTo>
                  <a:pt x="153" y="0"/>
                  <a:pt x="153" y="0"/>
                  <a:pt x="153" y="0"/>
                </a:cubicBezTo>
                <a:cubicBezTo>
                  <a:pt x="216" y="0"/>
                  <a:pt x="216" y="0"/>
                  <a:pt x="216" y="0"/>
                </a:cubicBezTo>
                <a:lnTo>
                  <a:pt x="149" y="1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209"/>
          <p:cNvSpPr/>
          <p:nvPr/>
        </p:nvSpPr>
        <p:spPr bwMode="auto">
          <a:xfrm>
            <a:off x="7156472" y="4911151"/>
            <a:ext cx="254057" cy="237359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210"/>
          <p:cNvSpPr/>
          <p:nvPr/>
        </p:nvSpPr>
        <p:spPr bwMode="auto">
          <a:xfrm>
            <a:off x="4284677" y="3703366"/>
            <a:ext cx="254057" cy="251626"/>
          </a:xfrm>
          <a:custGeom>
            <a:avLst/>
            <a:gdLst>
              <a:gd name="connsiteX0" fmla="*/ 242094 w 331788"/>
              <a:gd name="connsiteY0" fmla="*/ 203585 h 328613"/>
              <a:gd name="connsiteX1" fmla="*/ 214264 w 331788"/>
              <a:gd name="connsiteY1" fmla="*/ 214264 h 328613"/>
              <a:gd name="connsiteX2" fmla="*/ 214264 w 331788"/>
              <a:gd name="connsiteY2" fmla="*/ 269924 h 328613"/>
              <a:gd name="connsiteX3" fmla="*/ 269924 w 331788"/>
              <a:gd name="connsiteY3" fmla="*/ 269924 h 328613"/>
              <a:gd name="connsiteX4" fmla="*/ 269924 w 331788"/>
              <a:gd name="connsiteY4" fmla="*/ 214264 h 328613"/>
              <a:gd name="connsiteX5" fmla="*/ 242094 w 331788"/>
              <a:gd name="connsiteY5" fmla="*/ 203585 h 328613"/>
              <a:gd name="connsiteX6" fmla="*/ 85725 w 331788"/>
              <a:gd name="connsiteY6" fmla="*/ 200752 h 328613"/>
              <a:gd name="connsiteX7" fmla="*/ 136525 w 331788"/>
              <a:gd name="connsiteY7" fmla="*/ 207698 h 328613"/>
              <a:gd name="connsiteX8" fmla="*/ 132667 w 331788"/>
              <a:gd name="connsiteY8" fmla="*/ 222250 h 328613"/>
              <a:gd name="connsiteX9" fmla="*/ 38783 w 331788"/>
              <a:gd name="connsiteY9" fmla="*/ 222250 h 328613"/>
              <a:gd name="connsiteX10" fmla="*/ 34925 w 331788"/>
              <a:gd name="connsiteY10" fmla="*/ 207698 h 328613"/>
              <a:gd name="connsiteX11" fmla="*/ 85725 w 331788"/>
              <a:gd name="connsiteY11" fmla="*/ 200752 h 328613"/>
              <a:gd name="connsiteX12" fmla="*/ 86038 w 331788"/>
              <a:gd name="connsiteY12" fmla="*/ 150283 h 328613"/>
              <a:gd name="connsiteX13" fmla="*/ 136525 w 331788"/>
              <a:gd name="connsiteY13" fmla="*/ 158221 h 328613"/>
              <a:gd name="connsiteX14" fmla="*/ 132678 w 331788"/>
              <a:gd name="connsiteY14" fmla="*/ 171450 h 328613"/>
              <a:gd name="connsiteX15" fmla="*/ 39076 w 331788"/>
              <a:gd name="connsiteY15" fmla="*/ 171450 h 328613"/>
              <a:gd name="connsiteX16" fmla="*/ 36512 w 331788"/>
              <a:gd name="connsiteY16" fmla="*/ 158221 h 328613"/>
              <a:gd name="connsiteX17" fmla="*/ 86038 w 331788"/>
              <a:gd name="connsiteY17" fmla="*/ 150283 h 328613"/>
              <a:gd name="connsiteX18" fmla="*/ 243681 w 331788"/>
              <a:gd name="connsiteY18" fmla="*/ 148724 h 328613"/>
              <a:gd name="connsiteX19" fmla="*/ 295275 w 331788"/>
              <a:gd name="connsiteY19" fmla="*/ 156745 h 328613"/>
              <a:gd name="connsiteX20" fmla="*/ 292663 w 331788"/>
              <a:gd name="connsiteY20" fmla="*/ 171450 h 328613"/>
              <a:gd name="connsiteX21" fmla="*/ 197312 w 331788"/>
              <a:gd name="connsiteY21" fmla="*/ 171450 h 328613"/>
              <a:gd name="connsiteX22" fmla="*/ 192087 w 331788"/>
              <a:gd name="connsiteY22" fmla="*/ 156745 h 328613"/>
              <a:gd name="connsiteX23" fmla="*/ 243681 w 331788"/>
              <a:gd name="connsiteY23" fmla="*/ 148724 h 328613"/>
              <a:gd name="connsiteX24" fmla="*/ 86038 w 331788"/>
              <a:gd name="connsiteY24" fmla="*/ 99483 h 328613"/>
              <a:gd name="connsiteX25" fmla="*/ 136525 w 331788"/>
              <a:gd name="connsiteY25" fmla="*/ 107421 h 328613"/>
              <a:gd name="connsiteX26" fmla="*/ 132678 w 331788"/>
              <a:gd name="connsiteY26" fmla="*/ 120650 h 328613"/>
              <a:gd name="connsiteX27" fmla="*/ 39076 w 331788"/>
              <a:gd name="connsiteY27" fmla="*/ 120650 h 328613"/>
              <a:gd name="connsiteX28" fmla="*/ 36512 w 331788"/>
              <a:gd name="connsiteY28" fmla="*/ 107421 h 328613"/>
              <a:gd name="connsiteX29" fmla="*/ 86038 w 331788"/>
              <a:gd name="connsiteY29" fmla="*/ 99483 h 328613"/>
              <a:gd name="connsiteX30" fmla="*/ 243681 w 331788"/>
              <a:gd name="connsiteY30" fmla="*/ 99152 h 328613"/>
              <a:gd name="connsiteX31" fmla="*/ 295275 w 331788"/>
              <a:gd name="connsiteY31" fmla="*/ 106098 h 328613"/>
              <a:gd name="connsiteX32" fmla="*/ 292663 w 331788"/>
              <a:gd name="connsiteY32" fmla="*/ 120650 h 328613"/>
              <a:gd name="connsiteX33" fmla="*/ 196006 w 331788"/>
              <a:gd name="connsiteY33" fmla="*/ 120650 h 328613"/>
              <a:gd name="connsiteX34" fmla="*/ 192087 w 331788"/>
              <a:gd name="connsiteY34" fmla="*/ 106098 h 328613"/>
              <a:gd name="connsiteX35" fmla="*/ 243681 w 331788"/>
              <a:gd name="connsiteY35" fmla="*/ 99152 h 328613"/>
              <a:gd name="connsiteX36" fmla="*/ 243681 w 331788"/>
              <a:gd name="connsiteY36" fmla="*/ 48711 h 328613"/>
              <a:gd name="connsiteX37" fmla="*/ 295275 w 331788"/>
              <a:gd name="connsiteY37" fmla="*/ 56732 h 328613"/>
              <a:gd name="connsiteX38" fmla="*/ 292663 w 331788"/>
              <a:gd name="connsiteY38" fmla="*/ 71437 h 328613"/>
              <a:gd name="connsiteX39" fmla="*/ 197312 w 331788"/>
              <a:gd name="connsiteY39" fmla="*/ 71437 h 328613"/>
              <a:gd name="connsiteX40" fmla="*/ 192087 w 331788"/>
              <a:gd name="connsiteY40" fmla="*/ 56732 h 328613"/>
              <a:gd name="connsiteX41" fmla="*/ 243681 w 331788"/>
              <a:gd name="connsiteY41" fmla="*/ 48711 h 328613"/>
              <a:gd name="connsiteX42" fmla="*/ 85725 w 331788"/>
              <a:gd name="connsiteY42" fmla="*/ 48683 h 328613"/>
              <a:gd name="connsiteX43" fmla="*/ 136525 w 331788"/>
              <a:gd name="connsiteY43" fmla="*/ 56621 h 328613"/>
              <a:gd name="connsiteX44" fmla="*/ 132667 w 331788"/>
              <a:gd name="connsiteY44" fmla="*/ 69850 h 328613"/>
              <a:gd name="connsiteX45" fmla="*/ 38783 w 331788"/>
              <a:gd name="connsiteY45" fmla="*/ 69850 h 328613"/>
              <a:gd name="connsiteX46" fmla="*/ 34925 w 331788"/>
              <a:gd name="connsiteY46" fmla="*/ 56621 h 328613"/>
              <a:gd name="connsiteX47" fmla="*/ 85725 w 331788"/>
              <a:gd name="connsiteY47" fmla="*/ 48683 h 328613"/>
              <a:gd name="connsiteX48" fmla="*/ 245779 w 331788"/>
              <a:gd name="connsiteY48" fmla="*/ 12700 h 328613"/>
              <a:gd name="connsiteX49" fmla="*/ 171450 w 331788"/>
              <a:gd name="connsiteY49" fmla="*/ 28215 h 328613"/>
              <a:gd name="connsiteX50" fmla="*/ 171450 w 331788"/>
              <a:gd name="connsiteY50" fmla="*/ 263525 h 328613"/>
              <a:gd name="connsiteX51" fmla="*/ 192314 w 331788"/>
              <a:gd name="connsiteY51" fmla="*/ 257061 h 328613"/>
              <a:gd name="connsiteX52" fmla="*/ 205355 w 331788"/>
              <a:gd name="connsiteY52" fmla="*/ 205344 h 328613"/>
              <a:gd name="connsiteX53" fmla="*/ 279684 w 331788"/>
              <a:gd name="connsiteY53" fmla="*/ 205344 h 328613"/>
              <a:gd name="connsiteX54" fmla="*/ 294028 w 331788"/>
              <a:gd name="connsiteY54" fmla="*/ 257061 h 328613"/>
              <a:gd name="connsiteX55" fmla="*/ 317500 w 331788"/>
              <a:gd name="connsiteY55" fmla="*/ 263525 h 328613"/>
              <a:gd name="connsiteX56" fmla="*/ 317500 w 331788"/>
              <a:gd name="connsiteY56" fmla="*/ 28215 h 328613"/>
              <a:gd name="connsiteX57" fmla="*/ 245779 w 331788"/>
              <a:gd name="connsiteY57" fmla="*/ 12700 h 328613"/>
              <a:gd name="connsiteX58" fmla="*/ 84931 w 331788"/>
              <a:gd name="connsiteY58" fmla="*/ 12700 h 328613"/>
              <a:gd name="connsiteX59" fmla="*/ 12700 w 331788"/>
              <a:gd name="connsiteY59" fmla="*/ 28215 h 328613"/>
              <a:gd name="connsiteX60" fmla="*/ 12700 w 331788"/>
              <a:gd name="connsiteY60" fmla="*/ 263525 h 328613"/>
              <a:gd name="connsiteX61" fmla="*/ 84931 w 331788"/>
              <a:gd name="connsiteY61" fmla="*/ 249303 h 328613"/>
              <a:gd name="connsiteX62" fmla="*/ 157163 w 331788"/>
              <a:gd name="connsiteY62" fmla="*/ 263525 h 328613"/>
              <a:gd name="connsiteX63" fmla="*/ 157163 w 331788"/>
              <a:gd name="connsiteY63" fmla="*/ 28215 h 328613"/>
              <a:gd name="connsiteX64" fmla="*/ 84931 w 331788"/>
              <a:gd name="connsiteY64" fmla="*/ 12700 h 328613"/>
              <a:gd name="connsiteX65" fmla="*/ 86835 w 331788"/>
              <a:gd name="connsiteY65" fmla="*/ 0 h 328613"/>
              <a:gd name="connsiteX66" fmla="*/ 165894 w 331788"/>
              <a:gd name="connsiteY66" fmla="*/ 15525 h 328613"/>
              <a:gd name="connsiteX67" fmla="*/ 244953 w 331788"/>
              <a:gd name="connsiteY67" fmla="*/ 0 h 328613"/>
              <a:gd name="connsiteX68" fmla="*/ 326604 w 331788"/>
              <a:gd name="connsiteY68" fmla="*/ 16819 h 328613"/>
              <a:gd name="connsiteX69" fmla="*/ 331788 w 331788"/>
              <a:gd name="connsiteY69" fmla="*/ 23288 h 328613"/>
              <a:gd name="connsiteX70" fmla="*/ 331788 w 331788"/>
              <a:gd name="connsiteY70" fmla="*/ 274276 h 328613"/>
              <a:gd name="connsiteX71" fmla="*/ 322716 w 331788"/>
              <a:gd name="connsiteY71" fmla="*/ 280744 h 328613"/>
              <a:gd name="connsiteX72" fmla="*/ 289019 w 331788"/>
              <a:gd name="connsiteY72" fmla="*/ 269101 h 328613"/>
              <a:gd name="connsiteX73" fmla="*/ 285130 w 331788"/>
              <a:gd name="connsiteY73" fmla="*/ 274276 h 328613"/>
              <a:gd name="connsiteX74" fmla="*/ 329196 w 331788"/>
              <a:gd name="connsiteY74" fmla="*/ 318263 h 328613"/>
              <a:gd name="connsiteX75" fmla="*/ 318828 w 331788"/>
              <a:gd name="connsiteY75" fmla="*/ 328613 h 328613"/>
              <a:gd name="connsiteX76" fmla="*/ 274762 w 331788"/>
              <a:gd name="connsiteY76" fmla="*/ 284626 h 328613"/>
              <a:gd name="connsiteX77" fmla="*/ 206072 w 331788"/>
              <a:gd name="connsiteY77" fmla="*/ 279451 h 328613"/>
              <a:gd name="connsiteX78" fmla="*/ 198295 w 331788"/>
              <a:gd name="connsiteY78" fmla="*/ 270394 h 328613"/>
              <a:gd name="connsiteX79" fmla="*/ 167190 w 331788"/>
              <a:gd name="connsiteY79" fmla="*/ 280744 h 328613"/>
              <a:gd name="connsiteX80" fmla="*/ 163302 w 331788"/>
              <a:gd name="connsiteY80" fmla="*/ 280744 h 328613"/>
              <a:gd name="connsiteX81" fmla="*/ 85539 w 331788"/>
              <a:gd name="connsiteY81" fmla="*/ 263926 h 328613"/>
              <a:gd name="connsiteX82" fmla="*/ 9072 w 331788"/>
              <a:gd name="connsiteY82" fmla="*/ 280744 h 328613"/>
              <a:gd name="connsiteX83" fmla="*/ 0 w 331788"/>
              <a:gd name="connsiteY83" fmla="*/ 274276 h 328613"/>
              <a:gd name="connsiteX84" fmla="*/ 0 w 331788"/>
              <a:gd name="connsiteY84" fmla="*/ 23288 h 328613"/>
              <a:gd name="connsiteX85" fmla="*/ 5184 w 331788"/>
              <a:gd name="connsiteY85" fmla="*/ 16819 h 328613"/>
              <a:gd name="connsiteX86" fmla="*/ 86835 w 331788"/>
              <a:gd name="connsiteY86" fmla="*/ 0 h 3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1788" h="328613">
                <a:moveTo>
                  <a:pt x="242094" y="203585"/>
                </a:moveTo>
                <a:cubicBezTo>
                  <a:pt x="232062" y="203585"/>
                  <a:pt x="222031" y="207145"/>
                  <a:pt x="214264" y="214264"/>
                </a:cubicBezTo>
                <a:cubicBezTo>
                  <a:pt x="200025" y="229797"/>
                  <a:pt x="200025" y="254391"/>
                  <a:pt x="214264" y="269924"/>
                </a:cubicBezTo>
                <a:cubicBezTo>
                  <a:pt x="229797" y="284163"/>
                  <a:pt x="254391" y="284163"/>
                  <a:pt x="269924" y="269924"/>
                </a:cubicBezTo>
                <a:cubicBezTo>
                  <a:pt x="284163" y="254391"/>
                  <a:pt x="284163" y="229797"/>
                  <a:pt x="269924" y="214264"/>
                </a:cubicBezTo>
                <a:cubicBezTo>
                  <a:pt x="262158" y="207145"/>
                  <a:pt x="252126" y="203585"/>
                  <a:pt x="242094" y="203585"/>
                </a:cubicBezTo>
                <a:close/>
                <a:moveTo>
                  <a:pt x="85725" y="200752"/>
                </a:moveTo>
                <a:cubicBezTo>
                  <a:pt x="102122" y="200752"/>
                  <a:pt x="118520" y="203067"/>
                  <a:pt x="136525" y="207698"/>
                </a:cubicBezTo>
                <a:cubicBezTo>
                  <a:pt x="136525" y="207698"/>
                  <a:pt x="136525" y="207698"/>
                  <a:pt x="132667" y="222250"/>
                </a:cubicBezTo>
                <a:cubicBezTo>
                  <a:pt x="99229" y="211667"/>
                  <a:pt x="72221" y="211667"/>
                  <a:pt x="38783" y="222250"/>
                </a:cubicBezTo>
                <a:cubicBezTo>
                  <a:pt x="38783" y="222250"/>
                  <a:pt x="38783" y="222250"/>
                  <a:pt x="34925" y="207698"/>
                </a:cubicBezTo>
                <a:cubicBezTo>
                  <a:pt x="52930" y="203067"/>
                  <a:pt x="69327" y="200752"/>
                  <a:pt x="85725" y="200752"/>
                </a:cubicBezTo>
                <a:close/>
                <a:moveTo>
                  <a:pt x="86038" y="150283"/>
                </a:moveTo>
                <a:cubicBezTo>
                  <a:pt x="102226" y="150283"/>
                  <a:pt x="118574" y="152929"/>
                  <a:pt x="136525" y="158221"/>
                </a:cubicBezTo>
                <a:cubicBezTo>
                  <a:pt x="136525" y="158221"/>
                  <a:pt x="136525" y="158221"/>
                  <a:pt x="132678" y="171450"/>
                </a:cubicBezTo>
                <a:cubicBezTo>
                  <a:pt x="99341" y="162190"/>
                  <a:pt x="72414" y="162190"/>
                  <a:pt x="39076" y="171450"/>
                </a:cubicBezTo>
                <a:cubicBezTo>
                  <a:pt x="39076" y="171450"/>
                  <a:pt x="39076" y="171450"/>
                  <a:pt x="36512" y="158221"/>
                </a:cubicBezTo>
                <a:cubicBezTo>
                  <a:pt x="53822" y="152929"/>
                  <a:pt x="69850" y="150283"/>
                  <a:pt x="86038" y="150283"/>
                </a:cubicBezTo>
                <a:close/>
                <a:moveTo>
                  <a:pt x="243681" y="148724"/>
                </a:moveTo>
                <a:cubicBezTo>
                  <a:pt x="260335" y="148724"/>
                  <a:pt x="276989" y="151398"/>
                  <a:pt x="295275" y="156745"/>
                </a:cubicBezTo>
                <a:cubicBezTo>
                  <a:pt x="295275" y="156745"/>
                  <a:pt x="295275" y="156745"/>
                  <a:pt x="292663" y="171450"/>
                </a:cubicBezTo>
                <a:cubicBezTo>
                  <a:pt x="257396" y="162092"/>
                  <a:pt x="231272" y="162092"/>
                  <a:pt x="197312" y="171450"/>
                </a:cubicBezTo>
                <a:cubicBezTo>
                  <a:pt x="197312" y="171450"/>
                  <a:pt x="197312" y="171450"/>
                  <a:pt x="192087" y="156745"/>
                </a:cubicBezTo>
                <a:cubicBezTo>
                  <a:pt x="210374" y="151398"/>
                  <a:pt x="227027" y="148724"/>
                  <a:pt x="243681" y="148724"/>
                </a:cubicBezTo>
                <a:close/>
                <a:moveTo>
                  <a:pt x="86038" y="99483"/>
                </a:moveTo>
                <a:cubicBezTo>
                  <a:pt x="102226" y="99483"/>
                  <a:pt x="118574" y="102129"/>
                  <a:pt x="136525" y="107421"/>
                </a:cubicBezTo>
                <a:cubicBezTo>
                  <a:pt x="136525" y="107421"/>
                  <a:pt x="136525" y="107421"/>
                  <a:pt x="132678" y="120650"/>
                </a:cubicBezTo>
                <a:cubicBezTo>
                  <a:pt x="99341" y="111390"/>
                  <a:pt x="72414" y="111390"/>
                  <a:pt x="39076" y="120650"/>
                </a:cubicBezTo>
                <a:cubicBezTo>
                  <a:pt x="39076" y="120650"/>
                  <a:pt x="39076" y="120650"/>
                  <a:pt x="36512" y="107421"/>
                </a:cubicBezTo>
                <a:cubicBezTo>
                  <a:pt x="53822" y="102129"/>
                  <a:pt x="69850" y="99483"/>
                  <a:pt x="86038" y="99483"/>
                </a:cubicBezTo>
                <a:close/>
                <a:moveTo>
                  <a:pt x="243681" y="99152"/>
                </a:moveTo>
                <a:cubicBezTo>
                  <a:pt x="260335" y="99152"/>
                  <a:pt x="276989" y="101467"/>
                  <a:pt x="295275" y="106098"/>
                </a:cubicBezTo>
                <a:cubicBezTo>
                  <a:pt x="295275" y="106098"/>
                  <a:pt x="295275" y="106098"/>
                  <a:pt x="292663" y="120650"/>
                </a:cubicBezTo>
                <a:cubicBezTo>
                  <a:pt x="257396" y="111390"/>
                  <a:pt x="231272" y="111390"/>
                  <a:pt x="196006" y="120650"/>
                </a:cubicBezTo>
                <a:cubicBezTo>
                  <a:pt x="196006" y="120650"/>
                  <a:pt x="196006" y="120650"/>
                  <a:pt x="192087" y="106098"/>
                </a:cubicBezTo>
                <a:cubicBezTo>
                  <a:pt x="210374" y="101467"/>
                  <a:pt x="227027" y="99152"/>
                  <a:pt x="243681" y="99152"/>
                </a:cubicBezTo>
                <a:close/>
                <a:moveTo>
                  <a:pt x="243681" y="48711"/>
                </a:moveTo>
                <a:cubicBezTo>
                  <a:pt x="260335" y="48711"/>
                  <a:pt x="276989" y="51385"/>
                  <a:pt x="295275" y="56732"/>
                </a:cubicBezTo>
                <a:cubicBezTo>
                  <a:pt x="295275" y="56732"/>
                  <a:pt x="295275" y="56732"/>
                  <a:pt x="292663" y="71437"/>
                </a:cubicBezTo>
                <a:cubicBezTo>
                  <a:pt x="257396" y="60742"/>
                  <a:pt x="231272" y="60742"/>
                  <a:pt x="197312" y="71437"/>
                </a:cubicBezTo>
                <a:cubicBezTo>
                  <a:pt x="197312" y="71437"/>
                  <a:pt x="197312" y="71437"/>
                  <a:pt x="192087" y="56732"/>
                </a:cubicBezTo>
                <a:cubicBezTo>
                  <a:pt x="210374" y="51385"/>
                  <a:pt x="227027" y="48711"/>
                  <a:pt x="243681" y="48711"/>
                </a:cubicBezTo>
                <a:close/>
                <a:moveTo>
                  <a:pt x="85725" y="48683"/>
                </a:moveTo>
                <a:cubicBezTo>
                  <a:pt x="102122" y="48683"/>
                  <a:pt x="118520" y="51329"/>
                  <a:pt x="136525" y="56621"/>
                </a:cubicBezTo>
                <a:cubicBezTo>
                  <a:pt x="136525" y="56621"/>
                  <a:pt x="136525" y="56621"/>
                  <a:pt x="132667" y="69850"/>
                </a:cubicBezTo>
                <a:cubicBezTo>
                  <a:pt x="99229" y="60590"/>
                  <a:pt x="72221" y="60590"/>
                  <a:pt x="38783" y="69850"/>
                </a:cubicBezTo>
                <a:lnTo>
                  <a:pt x="34925" y="56621"/>
                </a:lnTo>
                <a:cubicBezTo>
                  <a:pt x="52930" y="51329"/>
                  <a:pt x="69327" y="48683"/>
                  <a:pt x="85725" y="48683"/>
                </a:cubicBezTo>
                <a:close/>
                <a:moveTo>
                  <a:pt x="245779" y="12700"/>
                </a:moveTo>
                <a:cubicBezTo>
                  <a:pt x="224915" y="12700"/>
                  <a:pt x="201443" y="16579"/>
                  <a:pt x="171450" y="28215"/>
                </a:cubicBezTo>
                <a:cubicBezTo>
                  <a:pt x="171450" y="28215"/>
                  <a:pt x="171450" y="28215"/>
                  <a:pt x="171450" y="263525"/>
                </a:cubicBezTo>
                <a:cubicBezTo>
                  <a:pt x="176666" y="262232"/>
                  <a:pt x="185794" y="259646"/>
                  <a:pt x="192314" y="257061"/>
                </a:cubicBezTo>
                <a:cubicBezTo>
                  <a:pt x="185794" y="238960"/>
                  <a:pt x="191010" y="219566"/>
                  <a:pt x="205355" y="205344"/>
                </a:cubicBezTo>
                <a:cubicBezTo>
                  <a:pt x="226219" y="184657"/>
                  <a:pt x="258819" y="184657"/>
                  <a:pt x="279684" y="205344"/>
                </a:cubicBezTo>
                <a:cubicBezTo>
                  <a:pt x="294028" y="218273"/>
                  <a:pt x="299244" y="238960"/>
                  <a:pt x="294028" y="257061"/>
                </a:cubicBezTo>
                <a:cubicBezTo>
                  <a:pt x="301852" y="258353"/>
                  <a:pt x="312284" y="262232"/>
                  <a:pt x="317500" y="263525"/>
                </a:cubicBezTo>
                <a:lnTo>
                  <a:pt x="317500" y="28215"/>
                </a:lnTo>
                <a:cubicBezTo>
                  <a:pt x="288812" y="17872"/>
                  <a:pt x="266643" y="12700"/>
                  <a:pt x="245779" y="12700"/>
                </a:cubicBezTo>
                <a:close/>
                <a:moveTo>
                  <a:pt x="84931" y="12700"/>
                </a:moveTo>
                <a:cubicBezTo>
                  <a:pt x="63004" y="12700"/>
                  <a:pt x="42366" y="17872"/>
                  <a:pt x="12700" y="28215"/>
                </a:cubicBezTo>
                <a:cubicBezTo>
                  <a:pt x="12700" y="28215"/>
                  <a:pt x="12700" y="28215"/>
                  <a:pt x="12700" y="263525"/>
                </a:cubicBezTo>
                <a:cubicBezTo>
                  <a:pt x="41077" y="254475"/>
                  <a:pt x="63004" y="249303"/>
                  <a:pt x="84931" y="249303"/>
                </a:cubicBezTo>
                <a:cubicBezTo>
                  <a:pt x="106859" y="249303"/>
                  <a:pt x="128786" y="254475"/>
                  <a:pt x="157163" y="263525"/>
                </a:cubicBezTo>
                <a:lnTo>
                  <a:pt x="157163" y="28215"/>
                </a:lnTo>
                <a:cubicBezTo>
                  <a:pt x="128786" y="17872"/>
                  <a:pt x="106859" y="12700"/>
                  <a:pt x="84931" y="12700"/>
                </a:cubicBezTo>
                <a:close/>
                <a:moveTo>
                  <a:pt x="86835" y="0"/>
                </a:moveTo>
                <a:cubicBezTo>
                  <a:pt x="110164" y="0"/>
                  <a:pt x="133493" y="5175"/>
                  <a:pt x="165894" y="15525"/>
                </a:cubicBezTo>
                <a:cubicBezTo>
                  <a:pt x="198295" y="5175"/>
                  <a:pt x="221624" y="0"/>
                  <a:pt x="244953" y="0"/>
                </a:cubicBezTo>
                <a:cubicBezTo>
                  <a:pt x="269578" y="0"/>
                  <a:pt x="294203" y="5175"/>
                  <a:pt x="326604" y="16819"/>
                </a:cubicBezTo>
                <a:cubicBezTo>
                  <a:pt x="329196" y="18113"/>
                  <a:pt x="331788" y="20700"/>
                  <a:pt x="331788" y="23288"/>
                </a:cubicBezTo>
                <a:cubicBezTo>
                  <a:pt x="331788" y="23288"/>
                  <a:pt x="331788" y="23288"/>
                  <a:pt x="331788" y="274276"/>
                </a:cubicBezTo>
                <a:cubicBezTo>
                  <a:pt x="331788" y="280744"/>
                  <a:pt x="325308" y="280744"/>
                  <a:pt x="322716" y="280744"/>
                </a:cubicBezTo>
                <a:cubicBezTo>
                  <a:pt x="313643" y="276863"/>
                  <a:pt x="299387" y="272982"/>
                  <a:pt x="289019" y="269101"/>
                </a:cubicBezTo>
                <a:cubicBezTo>
                  <a:pt x="287723" y="271688"/>
                  <a:pt x="286427" y="272982"/>
                  <a:pt x="285130" y="274276"/>
                </a:cubicBezTo>
                <a:cubicBezTo>
                  <a:pt x="285130" y="274276"/>
                  <a:pt x="285130" y="274276"/>
                  <a:pt x="329196" y="318263"/>
                </a:cubicBezTo>
                <a:cubicBezTo>
                  <a:pt x="329196" y="318263"/>
                  <a:pt x="329196" y="318263"/>
                  <a:pt x="318828" y="328613"/>
                </a:cubicBezTo>
                <a:cubicBezTo>
                  <a:pt x="318828" y="328613"/>
                  <a:pt x="318828" y="328613"/>
                  <a:pt x="274762" y="284626"/>
                </a:cubicBezTo>
                <a:cubicBezTo>
                  <a:pt x="254025" y="300151"/>
                  <a:pt x="224216" y="298857"/>
                  <a:pt x="206072" y="279451"/>
                </a:cubicBezTo>
                <a:cubicBezTo>
                  <a:pt x="202183" y="276863"/>
                  <a:pt x="200887" y="274276"/>
                  <a:pt x="198295" y="270394"/>
                </a:cubicBezTo>
                <a:cubicBezTo>
                  <a:pt x="189223" y="272982"/>
                  <a:pt x="174966" y="278157"/>
                  <a:pt x="167190" y="280744"/>
                </a:cubicBezTo>
                <a:cubicBezTo>
                  <a:pt x="165894" y="280744"/>
                  <a:pt x="164598" y="280744"/>
                  <a:pt x="163302" y="280744"/>
                </a:cubicBezTo>
                <a:cubicBezTo>
                  <a:pt x="130901" y="269101"/>
                  <a:pt x="108868" y="263926"/>
                  <a:pt x="85539" y="263926"/>
                </a:cubicBezTo>
                <a:cubicBezTo>
                  <a:pt x="63506" y="263926"/>
                  <a:pt x="40177" y="269101"/>
                  <a:pt x="9072" y="280744"/>
                </a:cubicBezTo>
                <a:cubicBezTo>
                  <a:pt x="6480" y="280744"/>
                  <a:pt x="0" y="280744"/>
                  <a:pt x="0" y="274276"/>
                </a:cubicBezTo>
                <a:cubicBezTo>
                  <a:pt x="0" y="274276"/>
                  <a:pt x="0" y="274276"/>
                  <a:pt x="0" y="23288"/>
                </a:cubicBezTo>
                <a:cubicBezTo>
                  <a:pt x="0" y="20700"/>
                  <a:pt x="2592" y="18113"/>
                  <a:pt x="5184" y="16819"/>
                </a:cubicBezTo>
                <a:cubicBezTo>
                  <a:pt x="37585" y="5175"/>
                  <a:pt x="62210" y="0"/>
                  <a:pt x="868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任意多边形 22"/>
          <p:cNvSpPr/>
          <p:nvPr/>
        </p:nvSpPr>
        <p:spPr>
          <a:xfrm>
            <a:off x="5193819" y="1886583"/>
            <a:ext cx="1798830" cy="1798831"/>
          </a:xfrm>
          <a:custGeom>
            <a:avLst/>
            <a:gdLst>
              <a:gd name="connsiteX0" fmla="*/ 901373 w 1798830"/>
              <a:gd name="connsiteY0" fmla="*/ 0 h 1798831"/>
              <a:gd name="connsiteX1" fmla="*/ 993146 w 1798830"/>
              <a:gd name="connsiteY1" fmla="*/ 38013 h 1798831"/>
              <a:gd name="connsiteX2" fmla="*/ 1760817 w 1798830"/>
              <a:gd name="connsiteY2" fmla="*/ 805685 h 1798831"/>
              <a:gd name="connsiteX3" fmla="*/ 1760817 w 1798830"/>
              <a:gd name="connsiteY3" fmla="*/ 989231 h 1798831"/>
              <a:gd name="connsiteX4" fmla="*/ 989231 w 1798830"/>
              <a:gd name="connsiteY4" fmla="*/ 1760818 h 1798831"/>
              <a:gd name="connsiteX5" fmla="*/ 805684 w 1798830"/>
              <a:gd name="connsiteY5" fmla="*/ 1760818 h 1798831"/>
              <a:gd name="connsiteX6" fmla="*/ 38013 w 1798830"/>
              <a:gd name="connsiteY6" fmla="*/ 993147 h 1798831"/>
              <a:gd name="connsiteX7" fmla="*/ 38013 w 1798830"/>
              <a:gd name="connsiteY7" fmla="*/ 809600 h 1798831"/>
              <a:gd name="connsiteX8" fmla="*/ 809600 w 1798830"/>
              <a:gd name="connsiteY8" fmla="*/ 38013 h 1798831"/>
              <a:gd name="connsiteX9" fmla="*/ 901373 w 1798830"/>
              <a:gd name="connsiteY9" fmla="*/ 0 h 179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8830" h="1798831">
                <a:moveTo>
                  <a:pt x="901373" y="0"/>
                </a:moveTo>
                <a:cubicBezTo>
                  <a:pt x="934588" y="0"/>
                  <a:pt x="967804" y="12671"/>
                  <a:pt x="993146" y="38013"/>
                </a:cubicBezTo>
                <a:lnTo>
                  <a:pt x="1760817" y="805685"/>
                </a:lnTo>
                <a:cubicBezTo>
                  <a:pt x="1811502" y="856369"/>
                  <a:pt x="1811502" y="938547"/>
                  <a:pt x="1760817" y="989231"/>
                </a:cubicBezTo>
                <a:lnTo>
                  <a:pt x="989231" y="1760818"/>
                </a:lnTo>
                <a:cubicBezTo>
                  <a:pt x="938546" y="1811502"/>
                  <a:pt x="856369" y="1811502"/>
                  <a:pt x="805684" y="1760818"/>
                </a:cubicBezTo>
                <a:lnTo>
                  <a:pt x="38013" y="993147"/>
                </a:lnTo>
                <a:cubicBezTo>
                  <a:pt x="-12672" y="942462"/>
                  <a:pt x="-12672" y="860285"/>
                  <a:pt x="38013" y="809600"/>
                </a:cubicBezTo>
                <a:lnTo>
                  <a:pt x="809600" y="38013"/>
                </a:lnTo>
                <a:cubicBezTo>
                  <a:pt x="834942" y="12671"/>
                  <a:pt x="868157" y="0"/>
                  <a:pt x="90137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" name="任意多边形 23"/>
          <p:cNvSpPr/>
          <p:nvPr/>
        </p:nvSpPr>
        <p:spPr>
          <a:xfrm>
            <a:off x="6193465" y="2887159"/>
            <a:ext cx="1799842" cy="1799843"/>
          </a:xfrm>
          <a:custGeom>
            <a:avLst/>
            <a:gdLst>
              <a:gd name="connsiteX0" fmla="*/ 899921 w 1799842"/>
              <a:gd name="connsiteY0" fmla="*/ 0 h 1799843"/>
              <a:gd name="connsiteX1" fmla="*/ 991946 w 1799842"/>
              <a:gd name="connsiteY1" fmla="*/ 38118 h 1799843"/>
              <a:gd name="connsiteX2" fmla="*/ 1761724 w 1799842"/>
              <a:gd name="connsiteY2" fmla="*/ 807897 h 1799843"/>
              <a:gd name="connsiteX3" fmla="*/ 1761724 w 1799842"/>
              <a:gd name="connsiteY3" fmla="*/ 991947 h 1799843"/>
              <a:gd name="connsiteX4" fmla="*/ 991947 w 1799842"/>
              <a:gd name="connsiteY4" fmla="*/ 1761725 h 1799843"/>
              <a:gd name="connsiteX5" fmla="*/ 807896 w 1799842"/>
              <a:gd name="connsiteY5" fmla="*/ 1761725 h 1799843"/>
              <a:gd name="connsiteX6" fmla="*/ 38118 w 1799842"/>
              <a:gd name="connsiteY6" fmla="*/ 991946 h 1799843"/>
              <a:gd name="connsiteX7" fmla="*/ 38118 w 1799842"/>
              <a:gd name="connsiteY7" fmla="*/ 807896 h 1799843"/>
              <a:gd name="connsiteX8" fmla="*/ 807895 w 1799842"/>
              <a:gd name="connsiteY8" fmla="*/ 38118 h 1799843"/>
              <a:gd name="connsiteX9" fmla="*/ 899921 w 1799842"/>
              <a:gd name="connsiteY9" fmla="*/ 0 h 1799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9842" h="1799843">
                <a:moveTo>
                  <a:pt x="899921" y="0"/>
                </a:moveTo>
                <a:cubicBezTo>
                  <a:pt x="933227" y="0"/>
                  <a:pt x="966534" y="12706"/>
                  <a:pt x="991946" y="38118"/>
                </a:cubicBezTo>
                <a:lnTo>
                  <a:pt x="1761724" y="807897"/>
                </a:lnTo>
                <a:cubicBezTo>
                  <a:pt x="1812548" y="858721"/>
                  <a:pt x="1812548" y="941123"/>
                  <a:pt x="1761724" y="991947"/>
                </a:cubicBezTo>
                <a:lnTo>
                  <a:pt x="991947" y="1761725"/>
                </a:lnTo>
                <a:cubicBezTo>
                  <a:pt x="941123" y="1812549"/>
                  <a:pt x="858721" y="1812549"/>
                  <a:pt x="807896" y="1761725"/>
                </a:cubicBezTo>
                <a:lnTo>
                  <a:pt x="38118" y="991946"/>
                </a:lnTo>
                <a:cubicBezTo>
                  <a:pt x="-12706" y="941122"/>
                  <a:pt x="-12706" y="858720"/>
                  <a:pt x="38118" y="807896"/>
                </a:cubicBezTo>
                <a:lnTo>
                  <a:pt x="807895" y="38118"/>
                </a:lnTo>
                <a:cubicBezTo>
                  <a:pt x="833307" y="12706"/>
                  <a:pt x="866614" y="0"/>
                  <a:pt x="899921" y="0"/>
                </a:cubicBezTo>
                <a:close/>
              </a:path>
            </a:pathLst>
          </a:custGeom>
          <a:solidFill>
            <a:srgbClr val="F17F4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" name="任意多边形 24"/>
          <p:cNvSpPr/>
          <p:nvPr/>
        </p:nvSpPr>
        <p:spPr>
          <a:xfrm>
            <a:off x="5192316" y="3890005"/>
            <a:ext cx="1799990" cy="1799989"/>
          </a:xfrm>
          <a:custGeom>
            <a:avLst/>
            <a:gdLst>
              <a:gd name="connsiteX0" fmla="*/ 901300 w 1799990"/>
              <a:gd name="connsiteY0" fmla="*/ 0 h 1799989"/>
              <a:gd name="connsiteX1" fmla="*/ 993199 w 1799990"/>
              <a:gd name="connsiteY1" fmla="*/ 38065 h 1799989"/>
              <a:gd name="connsiteX2" fmla="*/ 1761924 w 1799990"/>
              <a:gd name="connsiteY2" fmla="*/ 806791 h 1799989"/>
              <a:gd name="connsiteX3" fmla="*/ 1761924 w 1799990"/>
              <a:gd name="connsiteY3" fmla="*/ 990589 h 1799989"/>
              <a:gd name="connsiteX4" fmla="*/ 990589 w 1799990"/>
              <a:gd name="connsiteY4" fmla="*/ 1761924 h 1799989"/>
              <a:gd name="connsiteX5" fmla="*/ 806791 w 1799990"/>
              <a:gd name="connsiteY5" fmla="*/ 1761924 h 1799989"/>
              <a:gd name="connsiteX6" fmla="*/ 38066 w 1799990"/>
              <a:gd name="connsiteY6" fmla="*/ 993199 h 1799989"/>
              <a:gd name="connsiteX7" fmla="*/ 38066 w 1799990"/>
              <a:gd name="connsiteY7" fmla="*/ 809401 h 1799989"/>
              <a:gd name="connsiteX8" fmla="*/ 809401 w 1799990"/>
              <a:gd name="connsiteY8" fmla="*/ 38065 h 1799989"/>
              <a:gd name="connsiteX9" fmla="*/ 901300 w 1799990"/>
              <a:gd name="connsiteY9" fmla="*/ 0 h 179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9990" h="1799989">
                <a:moveTo>
                  <a:pt x="901300" y="0"/>
                </a:moveTo>
                <a:cubicBezTo>
                  <a:pt x="934561" y="0"/>
                  <a:pt x="967822" y="12688"/>
                  <a:pt x="993199" y="38065"/>
                </a:cubicBezTo>
                <a:lnTo>
                  <a:pt x="1761924" y="806791"/>
                </a:lnTo>
                <a:cubicBezTo>
                  <a:pt x="1812679" y="857545"/>
                  <a:pt x="1812679" y="939834"/>
                  <a:pt x="1761924" y="990589"/>
                </a:cubicBezTo>
                <a:lnTo>
                  <a:pt x="990589" y="1761924"/>
                </a:lnTo>
                <a:cubicBezTo>
                  <a:pt x="939835" y="1812678"/>
                  <a:pt x="857546" y="1812678"/>
                  <a:pt x="806791" y="1761924"/>
                </a:cubicBezTo>
                <a:lnTo>
                  <a:pt x="38066" y="993199"/>
                </a:lnTo>
                <a:cubicBezTo>
                  <a:pt x="-12689" y="942444"/>
                  <a:pt x="-12689" y="860155"/>
                  <a:pt x="38066" y="809401"/>
                </a:cubicBezTo>
                <a:lnTo>
                  <a:pt x="809401" y="38065"/>
                </a:lnTo>
                <a:cubicBezTo>
                  <a:pt x="834779" y="12688"/>
                  <a:pt x="868039" y="0"/>
                  <a:pt x="901300" y="0"/>
                </a:cubicBezTo>
                <a:close/>
              </a:path>
            </a:pathLst>
          </a:custGeom>
          <a:solidFill>
            <a:srgbClr val="53575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6" name="任意多边形 25"/>
          <p:cNvSpPr/>
          <p:nvPr/>
        </p:nvSpPr>
        <p:spPr>
          <a:xfrm>
            <a:off x="4191312" y="2887159"/>
            <a:ext cx="1799842" cy="1799842"/>
          </a:xfrm>
          <a:custGeom>
            <a:avLst/>
            <a:gdLst>
              <a:gd name="connsiteX0" fmla="*/ 899921 w 1799842"/>
              <a:gd name="connsiteY0" fmla="*/ 0 h 1799842"/>
              <a:gd name="connsiteX1" fmla="*/ 991946 w 1799842"/>
              <a:gd name="connsiteY1" fmla="*/ 38118 h 1799842"/>
              <a:gd name="connsiteX2" fmla="*/ 1761724 w 1799842"/>
              <a:gd name="connsiteY2" fmla="*/ 807896 h 1799842"/>
              <a:gd name="connsiteX3" fmla="*/ 1761724 w 1799842"/>
              <a:gd name="connsiteY3" fmla="*/ 991946 h 1799842"/>
              <a:gd name="connsiteX4" fmla="*/ 991946 w 1799842"/>
              <a:gd name="connsiteY4" fmla="*/ 1761724 h 1799842"/>
              <a:gd name="connsiteX5" fmla="*/ 807896 w 1799842"/>
              <a:gd name="connsiteY5" fmla="*/ 1761724 h 1799842"/>
              <a:gd name="connsiteX6" fmla="*/ 38118 w 1799842"/>
              <a:gd name="connsiteY6" fmla="*/ 991946 h 1799842"/>
              <a:gd name="connsiteX7" fmla="*/ 38118 w 1799842"/>
              <a:gd name="connsiteY7" fmla="*/ 807896 h 1799842"/>
              <a:gd name="connsiteX8" fmla="*/ 807896 w 1799842"/>
              <a:gd name="connsiteY8" fmla="*/ 38118 h 1799842"/>
              <a:gd name="connsiteX9" fmla="*/ 899921 w 1799842"/>
              <a:gd name="connsiteY9" fmla="*/ 0 h 179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9842" h="1799842">
                <a:moveTo>
                  <a:pt x="899921" y="0"/>
                </a:moveTo>
                <a:cubicBezTo>
                  <a:pt x="933228" y="0"/>
                  <a:pt x="966534" y="12706"/>
                  <a:pt x="991946" y="38118"/>
                </a:cubicBezTo>
                <a:lnTo>
                  <a:pt x="1761724" y="807896"/>
                </a:lnTo>
                <a:cubicBezTo>
                  <a:pt x="1812548" y="858720"/>
                  <a:pt x="1812548" y="941122"/>
                  <a:pt x="1761724" y="991946"/>
                </a:cubicBezTo>
                <a:lnTo>
                  <a:pt x="991946" y="1761724"/>
                </a:lnTo>
                <a:cubicBezTo>
                  <a:pt x="941122" y="1812548"/>
                  <a:pt x="858720" y="1812548"/>
                  <a:pt x="807896" y="1761724"/>
                </a:cubicBezTo>
                <a:lnTo>
                  <a:pt x="38118" y="991946"/>
                </a:lnTo>
                <a:cubicBezTo>
                  <a:pt x="-12706" y="941122"/>
                  <a:pt x="-12706" y="858720"/>
                  <a:pt x="38118" y="807896"/>
                </a:cubicBezTo>
                <a:lnTo>
                  <a:pt x="807896" y="38118"/>
                </a:lnTo>
                <a:cubicBezTo>
                  <a:pt x="833308" y="12706"/>
                  <a:pt x="866615" y="0"/>
                  <a:pt x="899921" y="0"/>
                </a:cubicBezTo>
                <a:close/>
              </a:path>
            </a:pathLst>
          </a:custGeom>
          <a:solidFill>
            <a:srgbClr val="D9926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386199" y="2070485"/>
            <a:ext cx="3422336" cy="3414137"/>
            <a:chOff x="4386199" y="2340995"/>
            <a:chExt cx="3422336" cy="3414137"/>
          </a:xfrm>
        </p:grpSpPr>
        <p:sp>
          <p:nvSpPr>
            <p:cNvPr id="8" name="Freeform 5"/>
            <p:cNvSpPr/>
            <p:nvPr/>
          </p:nvSpPr>
          <p:spPr bwMode="auto">
            <a:xfrm>
              <a:off x="4421735" y="2340995"/>
              <a:ext cx="1142601" cy="1215039"/>
            </a:xfrm>
            <a:custGeom>
              <a:avLst/>
              <a:gdLst>
                <a:gd name="T0" fmla="*/ 135 w 836"/>
                <a:gd name="T1" fmla="*/ 889 h 889"/>
                <a:gd name="T2" fmla="*/ 0 w 836"/>
                <a:gd name="T3" fmla="*/ 751 h 889"/>
                <a:gd name="T4" fmla="*/ 749 w 836"/>
                <a:gd name="T5" fmla="*/ 0 h 889"/>
                <a:gd name="T6" fmla="*/ 836 w 836"/>
                <a:gd name="T7" fmla="*/ 88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6" h="889">
                  <a:moveTo>
                    <a:pt x="135" y="889"/>
                  </a:moveTo>
                  <a:lnTo>
                    <a:pt x="0" y="751"/>
                  </a:lnTo>
                  <a:lnTo>
                    <a:pt x="749" y="0"/>
                  </a:lnTo>
                  <a:lnTo>
                    <a:pt x="836" y="88"/>
                  </a:lnTo>
                </a:path>
              </a:pathLst>
            </a:custGeom>
            <a:noFill/>
            <a:ln w="6350" cap="flat">
              <a:solidFill>
                <a:sysClr val="window" lastClr="FFFFFF">
                  <a:lumMod val="65000"/>
                </a:sysClr>
              </a:solidFill>
              <a:prstDash val="dash"/>
              <a:miter lim="800000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6594863" y="2340995"/>
              <a:ext cx="1213672" cy="1143968"/>
            </a:xfrm>
            <a:custGeom>
              <a:avLst/>
              <a:gdLst>
                <a:gd name="T0" fmla="*/ 0 w 888"/>
                <a:gd name="T1" fmla="*/ 138 h 837"/>
                <a:gd name="T2" fmla="*/ 137 w 888"/>
                <a:gd name="T3" fmla="*/ 0 h 837"/>
                <a:gd name="T4" fmla="*/ 888 w 888"/>
                <a:gd name="T5" fmla="*/ 751 h 837"/>
                <a:gd name="T6" fmla="*/ 801 w 888"/>
                <a:gd name="T7" fmla="*/ 837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7" h="837">
                  <a:moveTo>
                    <a:pt x="0" y="138"/>
                  </a:moveTo>
                  <a:lnTo>
                    <a:pt x="137" y="0"/>
                  </a:lnTo>
                  <a:lnTo>
                    <a:pt x="888" y="751"/>
                  </a:lnTo>
                  <a:lnTo>
                    <a:pt x="801" y="837"/>
                  </a:lnTo>
                </a:path>
              </a:pathLst>
            </a:custGeom>
            <a:noFill/>
            <a:ln w="6350" cap="flat">
              <a:solidFill>
                <a:sysClr val="window" lastClr="FFFFFF">
                  <a:lumMod val="65000"/>
                </a:sysClr>
              </a:solidFill>
              <a:prstDash val="dash"/>
              <a:miter lim="800000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6665934" y="4540093"/>
              <a:ext cx="1142601" cy="1215039"/>
            </a:xfrm>
            <a:custGeom>
              <a:avLst/>
              <a:gdLst>
                <a:gd name="T0" fmla="*/ 699 w 836"/>
                <a:gd name="T1" fmla="*/ 0 h 889"/>
                <a:gd name="T2" fmla="*/ 836 w 836"/>
                <a:gd name="T3" fmla="*/ 138 h 889"/>
                <a:gd name="T4" fmla="*/ 85 w 836"/>
                <a:gd name="T5" fmla="*/ 889 h 889"/>
                <a:gd name="T6" fmla="*/ 0 w 836"/>
                <a:gd name="T7" fmla="*/ 801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6" h="889">
                  <a:moveTo>
                    <a:pt x="699" y="0"/>
                  </a:moveTo>
                  <a:lnTo>
                    <a:pt x="836" y="138"/>
                  </a:lnTo>
                  <a:lnTo>
                    <a:pt x="85" y="889"/>
                  </a:lnTo>
                  <a:lnTo>
                    <a:pt x="0" y="801"/>
                  </a:lnTo>
                </a:path>
              </a:pathLst>
            </a:custGeom>
            <a:noFill/>
            <a:ln w="6350" cap="flat">
              <a:solidFill>
                <a:sysClr val="window" lastClr="FFFFFF">
                  <a:lumMod val="65000"/>
                </a:sysClr>
              </a:solidFill>
              <a:prstDash val="dash"/>
              <a:miter lim="800000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4386199" y="4611164"/>
              <a:ext cx="1210938" cy="1143968"/>
            </a:xfrm>
            <a:custGeom>
              <a:avLst/>
              <a:gdLst>
                <a:gd name="T0" fmla="*/ 886 w 886"/>
                <a:gd name="T1" fmla="*/ 699 h 837"/>
                <a:gd name="T2" fmla="*/ 751 w 886"/>
                <a:gd name="T3" fmla="*/ 837 h 837"/>
                <a:gd name="T4" fmla="*/ 0 w 886"/>
                <a:gd name="T5" fmla="*/ 86 h 837"/>
                <a:gd name="T6" fmla="*/ 85 w 886"/>
                <a:gd name="T7" fmla="*/ 0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5" h="837">
                  <a:moveTo>
                    <a:pt x="886" y="699"/>
                  </a:moveTo>
                  <a:lnTo>
                    <a:pt x="751" y="837"/>
                  </a:lnTo>
                  <a:lnTo>
                    <a:pt x="0" y="86"/>
                  </a:lnTo>
                  <a:lnTo>
                    <a:pt x="85" y="0"/>
                  </a:lnTo>
                </a:path>
              </a:pathLst>
            </a:custGeom>
            <a:noFill/>
            <a:ln w="6350" cap="flat">
              <a:solidFill>
                <a:sysClr val="window" lastClr="FFFFFF">
                  <a:lumMod val="65000"/>
                </a:sysClr>
              </a:solidFill>
              <a:prstDash val="dash"/>
              <a:miter lim="800000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</p:grpSp>
      <p:sp>
        <p:nvSpPr>
          <p:cNvPr id="12" name="Freeform 10"/>
          <p:cNvSpPr>
            <a:spLocks noEditPoints="1"/>
          </p:cNvSpPr>
          <p:nvPr/>
        </p:nvSpPr>
        <p:spPr bwMode="auto">
          <a:xfrm>
            <a:off x="5914551" y="4339517"/>
            <a:ext cx="357366" cy="357366"/>
          </a:xfrm>
          <a:custGeom>
            <a:avLst/>
            <a:gdLst>
              <a:gd name="T0" fmla="*/ 48 w 128"/>
              <a:gd name="T1" fmla="*/ 48 h 128"/>
              <a:gd name="T2" fmla="*/ 64 w 128"/>
              <a:gd name="T3" fmla="*/ 64 h 128"/>
              <a:gd name="T4" fmla="*/ 80 w 128"/>
              <a:gd name="T5" fmla="*/ 48 h 128"/>
              <a:gd name="T6" fmla="*/ 64 w 128"/>
              <a:gd name="T7" fmla="*/ 32 h 128"/>
              <a:gd name="T8" fmla="*/ 48 w 128"/>
              <a:gd name="T9" fmla="*/ 48 h 128"/>
              <a:gd name="T10" fmla="*/ 72 w 128"/>
              <a:gd name="T11" fmla="*/ 48 h 128"/>
              <a:gd name="T12" fmla="*/ 64 w 128"/>
              <a:gd name="T13" fmla="*/ 56 h 128"/>
              <a:gd name="T14" fmla="*/ 56 w 128"/>
              <a:gd name="T15" fmla="*/ 48 h 128"/>
              <a:gd name="T16" fmla="*/ 64 w 128"/>
              <a:gd name="T17" fmla="*/ 40 h 128"/>
              <a:gd name="T18" fmla="*/ 72 w 128"/>
              <a:gd name="T19" fmla="*/ 48 h 128"/>
              <a:gd name="T20" fmla="*/ 125 w 128"/>
              <a:gd name="T21" fmla="*/ 33 h 128"/>
              <a:gd name="T22" fmla="*/ 66 w 128"/>
              <a:gd name="T23" fmla="*/ 1 h 128"/>
              <a:gd name="T24" fmla="*/ 65 w 128"/>
              <a:gd name="T25" fmla="*/ 1 h 128"/>
              <a:gd name="T26" fmla="*/ 65 w 128"/>
              <a:gd name="T27" fmla="*/ 0 h 128"/>
              <a:gd name="T28" fmla="*/ 64 w 128"/>
              <a:gd name="T29" fmla="*/ 0 h 128"/>
              <a:gd name="T30" fmla="*/ 63 w 128"/>
              <a:gd name="T31" fmla="*/ 0 h 128"/>
              <a:gd name="T32" fmla="*/ 63 w 128"/>
              <a:gd name="T33" fmla="*/ 1 h 128"/>
              <a:gd name="T34" fmla="*/ 62 w 128"/>
              <a:gd name="T35" fmla="*/ 1 h 128"/>
              <a:gd name="T36" fmla="*/ 3 w 128"/>
              <a:gd name="T37" fmla="*/ 33 h 128"/>
              <a:gd name="T38" fmla="*/ 1 w 128"/>
              <a:gd name="T39" fmla="*/ 38 h 128"/>
              <a:gd name="T40" fmla="*/ 7 w 128"/>
              <a:gd name="T41" fmla="*/ 40 h 128"/>
              <a:gd name="T42" fmla="*/ 12 w 128"/>
              <a:gd name="T43" fmla="*/ 37 h 128"/>
              <a:gd name="T44" fmla="*/ 12 w 128"/>
              <a:gd name="T45" fmla="*/ 116 h 128"/>
              <a:gd name="T46" fmla="*/ 24 w 128"/>
              <a:gd name="T47" fmla="*/ 128 h 128"/>
              <a:gd name="T48" fmla="*/ 104 w 128"/>
              <a:gd name="T49" fmla="*/ 128 h 128"/>
              <a:gd name="T50" fmla="*/ 116 w 128"/>
              <a:gd name="T51" fmla="*/ 116 h 128"/>
              <a:gd name="T52" fmla="*/ 116 w 128"/>
              <a:gd name="T53" fmla="*/ 37 h 128"/>
              <a:gd name="T54" fmla="*/ 121 w 128"/>
              <a:gd name="T55" fmla="*/ 40 h 128"/>
              <a:gd name="T56" fmla="*/ 127 w 128"/>
              <a:gd name="T57" fmla="*/ 38 h 128"/>
              <a:gd name="T58" fmla="*/ 125 w 128"/>
              <a:gd name="T59" fmla="*/ 33 h 128"/>
              <a:gd name="T60" fmla="*/ 76 w 128"/>
              <a:gd name="T61" fmla="*/ 120 h 128"/>
              <a:gd name="T62" fmla="*/ 52 w 128"/>
              <a:gd name="T63" fmla="*/ 120 h 128"/>
              <a:gd name="T64" fmla="*/ 52 w 128"/>
              <a:gd name="T65" fmla="*/ 92 h 128"/>
              <a:gd name="T66" fmla="*/ 56 w 128"/>
              <a:gd name="T67" fmla="*/ 88 h 128"/>
              <a:gd name="T68" fmla="*/ 72 w 128"/>
              <a:gd name="T69" fmla="*/ 88 h 128"/>
              <a:gd name="T70" fmla="*/ 76 w 128"/>
              <a:gd name="T71" fmla="*/ 92 h 128"/>
              <a:gd name="T72" fmla="*/ 76 w 128"/>
              <a:gd name="T73" fmla="*/ 120 h 128"/>
              <a:gd name="T74" fmla="*/ 108 w 128"/>
              <a:gd name="T75" fmla="*/ 112 h 128"/>
              <a:gd name="T76" fmla="*/ 100 w 128"/>
              <a:gd name="T77" fmla="*/ 120 h 128"/>
              <a:gd name="T78" fmla="*/ 84 w 128"/>
              <a:gd name="T79" fmla="*/ 120 h 128"/>
              <a:gd name="T80" fmla="*/ 84 w 128"/>
              <a:gd name="T81" fmla="*/ 88 h 128"/>
              <a:gd name="T82" fmla="*/ 76 w 128"/>
              <a:gd name="T83" fmla="*/ 80 h 128"/>
              <a:gd name="T84" fmla="*/ 52 w 128"/>
              <a:gd name="T85" fmla="*/ 80 h 128"/>
              <a:gd name="T86" fmla="*/ 44 w 128"/>
              <a:gd name="T87" fmla="*/ 88 h 128"/>
              <a:gd name="T88" fmla="*/ 44 w 128"/>
              <a:gd name="T89" fmla="*/ 120 h 128"/>
              <a:gd name="T90" fmla="*/ 28 w 128"/>
              <a:gd name="T91" fmla="*/ 120 h 128"/>
              <a:gd name="T92" fmla="*/ 20 w 128"/>
              <a:gd name="T93" fmla="*/ 112 h 128"/>
              <a:gd name="T94" fmla="*/ 20 w 128"/>
              <a:gd name="T95" fmla="*/ 32 h 128"/>
              <a:gd name="T96" fmla="*/ 64 w 128"/>
              <a:gd name="T97" fmla="*/ 9 h 128"/>
              <a:gd name="T98" fmla="*/ 108 w 128"/>
              <a:gd name="T99" fmla="*/ 32 h 128"/>
              <a:gd name="T100" fmla="*/ 108 w 128"/>
              <a:gd name="T101" fmla="*/ 11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8" h="128">
                <a:moveTo>
                  <a:pt x="48" y="48"/>
                </a:moveTo>
                <a:cubicBezTo>
                  <a:pt x="48" y="57"/>
                  <a:pt x="55" y="64"/>
                  <a:pt x="64" y="64"/>
                </a:cubicBezTo>
                <a:cubicBezTo>
                  <a:pt x="73" y="64"/>
                  <a:pt x="80" y="57"/>
                  <a:pt x="80" y="48"/>
                </a:cubicBezTo>
                <a:cubicBezTo>
                  <a:pt x="80" y="39"/>
                  <a:pt x="73" y="32"/>
                  <a:pt x="64" y="32"/>
                </a:cubicBezTo>
                <a:cubicBezTo>
                  <a:pt x="55" y="32"/>
                  <a:pt x="48" y="39"/>
                  <a:pt x="48" y="48"/>
                </a:cubicBezTo>
                <a:close/>
                <a:moveTo>
                  <a:pt x="72" y="48"/>
                </a:moveTo>
                <a:cubicBezTo>
                  <a:pt x="72" y="53"/>
                  <a:pt x="68" y="56"/>
                  <a:pt x="64" y="56"/>
                </a:cubicBezTo>
                <a:cubicBezTo>
                  <a:pt x="60" y="56"/>
                  <a:pt x="56" y="53"/>
                  <a:pt x="56" y="48"/>
                </a:cubicBezTo>
                <a:cubicBezTo>
                  <a:pt x="56" y="44"/>
                  <a:pt x="60" y="40"/>
                  <a:pt x="64" y="40"/>
                </a:cubicBezTo>
                <a:cubicBezTo>
                  <a:pt x="68" y="40"/>
                  <a:pt x="72" y="44"/>
                  <a:pt x="72" y="48"/>
                </a:cubicBezTo>
                <a:close/>
                <a:moveTo>
                  <a:pt x="125" y="33"/>
                </a:moveTo>
                <a:cubicBezTo>
                  <a:pt x="66" y="1"/>
                  <a:pt x="66" y="1"/>
                  <a:pt x="66" y="1"/>
                </a:cubicBezTo>
                <a:cubicBezTo>
                  <a:pt x="66" y="1"/>
                  <a:pt x="66" y="1"/>
                  <a:pt x="65" y="1"/>
                </a:cubicBezTo>
                <a:cubicBezTo>
                  <a:pt x="65" y="1"/>
                  <a:pt x="65" y="0"/>
                  <a:pt x="65" y="0"/>
                </a:cubicBezTo>
                <a:cubicBezTo>
                  <a:pt x="65" y="0"/>
                  <a:pt x="64" y="0"/>
                  <a:pt x="64" y="0"/>
                </a:cubicBezTo>
                <a:cubicBezTo>
                  <a:pt x="64" y="0"/>
                  <a:pt x="64" y="0"/>
                  <a:pt x="63" y="0"/>
                </a:cubicBezTo>
                <a:cubicBezTo>
                  <a:pt x="63" y="0"/>
                  <a:pt x="63" y="1"/>
                  <a:pt x="63" y="1"/>
                </a:cubicBezTo>
                <a:cubicBezTo>
                  <a:pt x="62" y="1"/>
                  <a:pt x="62" y="1"/>
                  <a:pt x="62" y="1"/>
                </a:cubicBezTo>
                <a:cubicBezTo>
                  <a:pt x="3" y="33"/>
                  <a:pt x="3" y="33"/>
                  <a:pt x="3" y="33"/>
                </a:cubicBezTo>
                <a:cubicBezTo>
                  <a:pt x="1" y="34"/>
                  <a:pt x="0" y="36"/>
                  <a:pt x="1" y="38"/>
                </a:cubicBezTo>
                <a:cubicBezTo>
                  <a:pt x="2" y="40"/>
                  <a:pt x="5" y="41"/>
                  <a:pt x="7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116"/>
                  <a:pt x="12" y="116"/>
                  <a:pt x="12" y="116"/>
                </a:cubicBezTo>
                <a:cubicBezTo>
                  <a:pt x="13" y="123"/>
                  <a:pt x="18" y="128"/>
                  <a:pt x="24" y="128"/>
                </a:cubicBezTo>
                <a:cubicBezTo>
                  <a:pt x="104" y="128"/>
                  <a:pt x="104" y="128"/>
                  <a:pt x="104" y="128"/>
                </a:cubicBezTo>
                <a:cubicBezTo>
                  <a:pt x="110" y="128"/>
                  <a:pt x="116" y="123"/>
                  <a:pt x="116" y="116"/>
                </a:cubicBezTo>
                <a:cubicBezTo>
                  <a:pt x="116" y="37"/>
                  <a:pt x="116" y="37"/>
                  <a:pt x="116" y="37"/>
                </a:cubicBezTo>
                <a:cubicBezTo>
                  <a:pt x="121" y="40"/>
                  <a:pt x="121" y="40"/>
                  <a:pt x="121" y="40"/>
                </a:cubicBezTo>
                <a:cubicBezTo>
                  <a:pt x="123" y="41"/>
                  <a:pt x="126" y="40"/>
                  <a:pt x="127" y="38"/>
                </a:cubicBezTo>
                <a:cubicBezTo>
                  <a:pt x="128" y="36"/>
                  <a:pt x="127" y="34"/>
                  <a:pt x="125" y="33"/>
                </a:cubicBezTo>
                <a:close/>
                <a:moveTo>
                  <a:pt x="76" y="120"/>
                </a:moveTo>
                <a:cubicBezTo>
                  <a:pt x="52" y="120"/>
                  <a:pt x="52" y="120"/>
                  <a:pt x="52" y="120"/>
                </a:cubicBezTo>
                <a:cubicBezTo>
                  <a:pt x="52" y="92"/>
                  <a:pt x="52" y="92"/>
                  <a:pt x="52" y="92"/>
                </a:cubicBezTo>
                <a:cubicBezTo>
                  <a:pt x="52" y="90"/>
                  <a:pt x="54" y="88"/>
                  <a:pt x="56" y="88"/>
                </a:cubicBezTo>
                <a:cubicBezTo>
                  <a:pt x="72" y="88"/>
                  <a:pt x="72" y="88"/>
                  <a:pt x="72" y="88"/>
                </a:cubicBezTo>
                <a:cubicBezTo>
                  <a:pt x="74" y="88"/>
                  <a:pt x="76" y="90"/>
                  <a:pt x="76" y="92"/>
                </a:cubicBezTo>
                <a:lnTo>
                  <a:pt x="76" y="120"/>
                </a:lnTo>
                <a:close/>
                <a:moveTo>
                  <a:pt x="108" y="112"/>
                </a:moveTo>
                <a:cubicBezTo>
                  <a:pt x="108" y="117"/>
                  <a:pt x="104" y="120"/>
                  <a:pt x="100" y="120"/>
                </a:cubicBezTo>
                <a:cubicBezTo>
                  <a:pt x="84" y="120"/>
                  <a:pt x="84" y="120"/>
                  <a:pt x="84" y="120"/>
                </a:cubicBezTo>
                <a:cubicBezTo>
                  <a:pt x="84" y="88"/>
                  <a:pt x="84" y="88"/>
                  <a:pt x="84" y="88"/>
                </a:cubicBezTo>
                <a:cubicBezTo>
                  <a:pt x="84" y="84"/>
                  <a:pt x="80" y="80"/>
                  <a:pt x="76" y="80"/>
                </a:cubicBezTo>
                <a:cubicBezTo>
                  <a:pt x="52" y="80"/>
                  <a:pt x="52" y="80"/>
                  <a:pt x="52" y="80"/>
                </a:cubicBezTo>
                <a:cubicBezTo>
                  <a:pt x="48" y="80"/>
                  <a:pt x="44" y="84"/>
                  <a:pt x="44" y="88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28" y="120"/>
                  <a:pt x="28" y="120"/>
                  <a:pt x="28" y="120"/>
                </a:cubicBezTo>
                <a:cubicBezTo>
                  <a:pt x="24" y="120"/>
                  <a:pt x="20" y="117"/>
                  <a:pt x="20" y="112"/>
                </a:cubicBezTo>
                <a:cubicBezTo>
                  <a:pt x="20" y="32"/>
                  <a:pt x="20" y="32"/>
                  <a:pt x="20" y="32"/>
                </a:cubicBezTo>
                <a:cubicBezTo>
                  <a:pt x="64" y="9"/>
                  <a:pt x="64" y="9"/>
                  <a:pt x="64" y="9"/>
                </a:cubicBezTo>
                <a:cubicBezTo>
                  <a:pt x="108" y="32"/>
                  <a:pt x="108" y="32"/>
                  <a:pt x="108" y="32"/>
                </a:cubicBezTo>
                <a:lnTo>
                  <a:pt x="108" y="112"/>
                </a:ln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3" name="Freeform 35"/>
          <p:cNvSpPr>
            <a:spLocks noEditPoints="1"/>
          </p:cNvSpPr>
          <p:nvPr/>
        </p:nvSpPr>
        <p:spPr bwMode="auto">
          <a:xfrm>
            <a:off x="6914703" y="3404113"/>
            <a:ext cx="357366" cy="357366"/>
          </a:xfrm>
          <a:custGeom>
            <a:avLst/>
            <a:gdLst>
              <a:gd name="T0" fmla="*/ 151 w 303"/>
              <a:gd name="T1" fmla="*/ 0 h 303"/>
              <a:gd name="T2" fmla="*/ 0 w 303"/>
              <a:gd name="T3" fmla="*/ 76 h 303"/>
              <a:gd name="T4" fmla="*/ 0 w 303"/>
              <a:gd name="T5" fmla="*/ 76 h 303"/>
              <a:gd name="T6" fmla="*/ 0 w 303"/>
              <a:gd name="T7" fmla="*/ 227 h 303"/>
              <a:gd name="T8" fmla="*/ 151 w 303"/>
              <a:gd name="T9" fmla="*/ 303 h 303"/>
              <a:gd name="T10" fmla="*/ 303 w 303"/>
              <a:gd name="T11" fmla="*/ 227 h 303"/>
              <a:gd name="T12" fmla="*/ 303 w 303"/>
              <a:gd name="T13" fmla="*/ 76 h 303"/>
              <a:gd name="T14" fmla="*/ 151 w 303"/>
              <a:gd name="T15" fmla="*/ 0 h 303"/>
              <a:gd name="T16" fmla="*/ 151 w 303"/>
              <a:gd name="T17" fmla="*/ 19 h 303"/>
              <a:gd name="T18" fmla="*/ 265 w 303"/>
              <a:gd name="T19" fmla="*/ 76 h 303"/>
              <a:gd name="T20" fmla="*/ 220 w 303"/>
              <a:gd name="T21" fmla="*/ 97 h 303"/>
              <a:gd name="T22" fmla="*/ 107 w 303"/>
              <a:gd name="T23" fmla="*/ 40 h 303"/>
              <a:gd name="T24" fmla="*/ 151 w 303"/>
              <a:gd name="T25" fmla="*/ 19 h 303"/>
              <a:gd name="T26" fmla="*/ 142 w 303"/>
              <a:gd name="T27" fmla="*/ 279 h 303"/>
              <a:gd name="T28" fmla="*/ 19 w 303"/>
              <a:gd name="T29" fmla="*/ 218 h 303"/>
              <a:gd name="T30" fmla="*/ 19 w 303"/>
              <a:gd name="T31" fmla="*/ 95 h 303"/>
              <a:gd name="T32" fmla="*/ 24 w 303"/>
              <a:gd name="T33" fmla="*/ 95 h 303"/>
              <a:gd name="T34" fmla="*/ 19 w 303"/>
              <a:gd name="T35" fmla="*/ 95 h 303"/>
              <a:gd name="T36" fmla="*/ 19 w 303"/>
              <a:gd name="T37" fmla="*/ 85 h 303"/>
              <a:gd name="T38" fmla="*/ 142 w 303"/>
              <a:gd name="T39" fmla="*/ 147 h 303"/>
              <a:gd name="T40" fmla="*/ 142 w 303"/>
              <a:gd name="T41" fmla="*/ 279 h 303"/>
              <a:gd name="T42" fmla="*/ 38 w 303"/>
              <a:gd name="T43" fmla="*/ 76 h 303"/>
              <a:gd name="T44" fmla="*/ 88 w 303"/>
              <a:gd name="T45" fmla="*/ 50 h 303"/>
              <a:gd name="T46" fmla="*/ 203 w 303"/>
              <a:gd name="T47" fmla="*/ 106 h 303"/>
              <a:gd name="T48" fmla="*/ 151 w 303"/>
              <a:gd name="T49" fmla="*/ 132 h 303"/>
              <a:gd name="T50" fmla="*/ 38 w 303"/>
              <a:gd name="T51" fmla="*/ 76 h 303"/>
              <a:gd name="T52" fmla="*/ 284 w 303"/>
              <a:gd name="T53" fmla="*/ 104 h 303"/>
              <a:gd name="T54" fmla="*/ 284 w 303"/>
              <a:gd name="T55" fmla="*/ 218 h 303"/>
              <a:gd name="T56" fmla="*/ 161 w 303"/>
              <a:gd name="T57" fmla="*/ 279 h 303"/>
              <a:gd name="T58" fmla="*/ 161 w 303"/>
              <a:gd name="T59" fmla="*/ 147 h 303"/>
              <a:gd name="T60" fmla="*/ 284 w 303"/>
              <a:gd name="T61" fmla="*/ 85 h 303"/>
              <a:gd name="T62" fmla="*/ 284 w 303"/>
              <a:gd name="T63" fmla="*/ 104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03" h="303">
                <a:moveTo>
                  <a:pt x="151" y="0"/>
                </a:moveTo>
                <a:lnTo>
                  <a:pt x="0" y="76"/>
                </a:lnTo>
                <a:lnTo>
                  <a:pt x="0" y="76"/>
                </a:lnTo>
                <a:lnTo>
                  <a:pt x="0" y="227"/>
                </a:lnTo>
                <a:lnTo>
                  <a:pt x="151" y="303"/>
                </a:lnTo>
                <a:lnTo>
                  <a:pt x="303" y="227"/>
                </a:lnTo>
                <a:lnTo>
                  <a:pt x="303" y="76"/>
                </a:lnTo>
                <a:lnTo>
                  <a:pt x="151" y="0"/>
                </a:lnTo>
                <a:close/>
                <a:moveTo>
                  <a:pt x="151" y="19"/>
                </a:moveTo>
                <a:lnTo>
                  <a:pt x="265" y="76"/>
                </a:lnTo>
                <a:lnTo>
                  <a:pt x="220" y="97"/>
                </a:lnTo>
                <a:lnTo>
                  <a:pt x="107" y="40"/>
                </a:lnTo>
                <a:lnTo>
                  <a:pt x="151" y="19"/>
                </a:lnTo>
                <a:close/>
                <a:moveTo>
                  <a:pt x="142" y="279"/>
                </a:moveTo>
                <a:lnTo>
                  <a:pt x="19" y="218"/>
                </a:lnTo>
                <a:lnTo>
                  <a:pt x="19" y="95"/>
                </a:lnTo>
                <a:lnTo>
                  <a:pt x="24" y="95"/>
                </a:lnTo>
                <a:lnTo>
                  <a:pt x="19" y="95"/>
                </a:lnTo>
                <a:lnTo>
                  <a:pt x="19" y="85"/>
                </a:lnTo>
                <a:lnTo>
                  <a:pt x="142" y="147"/>
                </a:lnTo>
                <a:lnTo>
                  <a:pt x="142" y="279"/>
                </a:lnTo>
                <a:close/>
                <a:moveTo>
                  <a:pt x="38" y="76"/>
                </a:moveTo>
                <a:lnTo>
                  <a:pt x="88" y="50"/>
                </a:lnTo>
                <a:lnTo>
                  <a:pt x="203" y="106"/>
                </a:lnTo>
                <a:lnTo>
                  <a:pt x="151" y="132"/>
                </a:lnTo>
                <a:lnTo>
                  <a:pt x="38" y="76"/>
                </a:lnTo>
                <a:close/>
                <a:moveTo>
                  <a:pt x="284" y="104"/>
                </a:moveTo>
                <a:lnTo>
                  <a:pt x="284" y="218"/>
                </a:lnTo>
                <a:lnTo>
                  <a:pt x="161" y="279"/>
                </a:lnTo>
                <a:lnTo>
                  <a:pt x="161" y="147"/>
                </a:lnTo>
                <a:lnTo>
                  <a:pt x="284" y="85"/>
                </a:lnTo>
                <a:lnTo>
                  <a:pt x="284" y="104"/>
                </a:ln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4" name="Freeform 39"/>
          <p:cNvSpPr>
            <a:spLocks noEditPoints="1"/>
          </p:cNvSpPr>
          <p:nvPr/>
        </p:nvSpPr>
        <p:spPr bwMode="auto">
          <a:xfrm>
            <a:off x="5948165" y="2367520"/>
            <a:ext cx="290138" cy="357364"/>
          </a:xfrm>
          <a:custGeom>
            <a:avLst/>
            <a:gdLst>
              <a:gd name="T0" fmla="*/ 52 w 104"/>
              <a:gd name="T1" fmla="*/ 72 h 128"/>
              <a:gd name="T2" fmla="*/ 36 w 104"/>
              <a:gd name="T3" fmla="*/ 88 h 128"/>
              <a:gd name="T4" fmla="*/ 52 w 104"/>
              <a:gd name="T5" fmla="*/ 104 h 128"/>
              <a:gd name="T6" fmla="*/ 68 w 104"/>
              <a:gd name="T7" fmla="*/ 88 h 128"/>
              <a:gd name="T8" fmla="*/ 52 w 104"/>
              <a:gd name="T9" fmla="*/ 72 h 128"/>
              <a:gd name="T10" fmla="*/ 52 w 104"/>
              <a:gd name="T11" fmla="*/ 96 h 128"/>
              <a:gd name="T12" fmla="*/ 44 w 104"/>
              <a:gd name="T13" fmla="*/ 88 h 128"/>
              <a:gd name="T14" fmla="*/ 52 w 104"/>
              <a:gd name="T15" fmla="*/ 80 h 128"/>
              <a:gd name="T16" fmla="*/ 60 w 104"/>
              <a:gd name="T17" fmla="*/ 88 h 128"/>
              <a:gd name="T18" fmla="*/ 52 w 104"/>
              <a:gd name="T19" fmla="*/ 96 h 128"/>
              <a:gd name="T20" fmla="*/ 92 w 104"/>
              <a:gd name="T21" fmla="*/ 48 h 128"/>
              <a:gd name="T22" fmla="*/ 24 w 104"/>
              <a:gd name="T23" fmla="*/ 48 h 128"/>
              <a:gd name="T24" fmla="*/ 24 w 104"/>
              <a:gd name="T25" fmla="*/ 36 h 128"/>
              <a:gd name="T26" fmla="*/ 52 w 104"/>
              <a:gd name="T27" fmla="*/ 8 h 128"/>
              <a:gd name="T28" fmla="*/ 80 w 104"/>
              <a:gd name="T29" fmla="*/ 32 h 128"/>
              <a:gd name="T30" fmla="*/ 88 w 104"/>
              <a:gd name="T31" fmla="*/ 32 h 128"/>
              <a:gd name="T32" fmla="*/ 52 w 104"/>
              <a:gd name="T33" fmla="*/ 0 h 128"/>
              <a:gd name="T34" fmla="*/ 16 w 104"/>
              <a:gd name="T35" fmla="*/ 36 h 128"/>
              <a:gd name="T36" fmla="*/ 16 w 104"/>
              <a:gd name="T37" fmla="*/ 48 h 128"/>
              <a:gd name="T38" fmla="*/ 12 w 104"/>
              <a:gd name="T39" fmla="*/ 48 h 128"/>
              <a:gd name="T40" fmla="*/ 0 w 104"/>
              <a:gd name="T41" fmla="*/ 60 h 128"/>
              <a:gd name="T42" fmla="*/ 0 w 104"/>
              <a:gd name="T43" fmla="*/ 116 h 128"/>
              <a:gd name="T44" fmla="*/ 12 w 104"/>
              <a:gd name="T45" fmla="*/ 128 h 128"/>
              <a:gd name="T46" fmla="*/ 92 w 104"/>
              <a:gd name="T47" fmla="*/ 128 h 128"/>
              <a:gd name="T48" fmla="*/ 104 w 104"/>
              <a:gd name="T49" fmla="*/ 116 h 128"/>
              <a:gd name="T50" fmla="*/ 104 w 104"/>
              <a:gd name="T51" fmla="*/ 60 h 128"/>
              <a:gd name="T52" fmla="*/ 92 w 104"/>
              <a:gd name="T53" fmla="*/ 48 h 128"/>
              <a:gd name="T54" fmla="*/ 96 w 104"/>
              <a:gd name="T55" fmla="*/ 112 h 128"/>
              <a:gd name="T56" fmla="*/ 88 w 104"/>
              <a:gd name="T57" fmla="*/ 120 h 128"/>
              <a:gd name="T58" fmla="*/ 16 w 104"/>
              <a:gd name="T59" fmla="*/ 120 h 128"/>
              <a:gd name="T60" fmla="*/ 8 w 104"/>
              <a:gd name="T61" fmla="*/ 112 h 128"/>
              <a:gd name="T62" fmla="*/ 8 w 104"/>
              <a:gd name="T63" fmla="*/ 64 h 128"/>
              <a:gd name="T64" fmla="*/ 16 w 104"/>
              <a:gd name="T65" fmla="*/ 56 h 128"/>
              <a:gd name="T66" fmla="*/ 88 w 104"/>
              <a:gd name="T67" fmla="*/ 56 h 128"/>
              <a:gd name="T68" fmla="*/ 96 w 104"/>
              <a:gd name="T69" fmla="*/ 64 h 128"/>
              <a:gd name="T70" fmla="*/ 96 w 104"/>
              <a:gd name="T71" fmla="*/ 11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4" h="128">
                <a:moveTo>
                  <a:pt x="52" y="72"/>
                </a:moveTo>
                <a:cubicBezTo>
                  <a:pt x="43" y="72"/>
                  <a:pt x="36" y="79"/>
                  <a:pt x="36" y="88"/>
                </a:cubicBezTo>
                <a:cubicBezTo>
                  <a:pt x="36" y="97"/>
                  <a:pt x="43" y="104"/>
                  <a:pt x="52" y="104"/>
                </a:cubicBezTo>
                <a:cubicBezTo>
                  <a:pt x="61" y="104"/>
                  <a:pt x="68" y="97"/>
                  <a:pt x="68" y="88"/>
                </a:cubicBezTo>
                <a:cubicBezTo>
                  <a:pt x="68" y="79"/>
                  <a:pt x="61" y="72"/>
                  <a:pt x="52" y="72"/>
                </a:cubicBezTo>
                <a:close/>
                <a:moveTo>
                  <a:pt x="52" y="96"/>
                </a:moveTo>
                <a:cubicBezTo>
                  <a:pt x="47" y="96"/>
                  <a:pt x="44" y="92"/>
                  <a:pt x="44" y="88"/>
                </a:cubicBezTo>
                <a:cubicBezTo>
                  <a:pt x="44" y="83"/>
                  <a:pt x="47" y="80"/>
                  <a:pt x="52" y="80"/>
                </a:cubicBezTo>
                <a:cubicBezTo>
                  <a:pt x="56" y="80"/>
                  <a:pt x="60" y="83"/>
                  <a:pt x="60" y="88"/>
                </a:cubicBezTo>
                <a:cubicBezTo>
                  <a:pt x="60" y="92"/>
                  <a:pt x="56" y="96"/>
                  <a:pt x="52" y="96"/>
                </a:cubicBezTo>
                <a:close/>
                <a:moveTo>
                  <a:pt x="9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20"/>
                  <a:pt x="36" y="8"/>
                  <a:pt x="52" y="8"/>
                </a:cubicBezTo>
                <a:cubicBezTo>
                  <a:pt x="66" y="8"/>
                  <a:pt x="78" y="18"/>
                  <a:pt x="80" y="32"/>
                </a:cubicBezTo>
                <a:cubicBezTo>
                  <a:pt x="88" y="32"/>
                  <a:pt x="88" y="32"/>
                  <a:pt x="88" y="32"/>
                </a:cubicBezTo>
                <a:cubicBezTo>
                  <a:pt x="86" y="14"/>
                  <a:pt x="70" y="0"/>
                  <a:pt x="52" y="0"/>
                </a:cubicBezTo>
                <a:cubicBezTo>
                  <a:pt x="32" y="0"/>
                  <a:pt x="16" y="16"/>
                  <a:pt x="16" y="36"/>
                </a:cubicBezTo>
                <a:cubicBezTo>
                  <a:pt x="16" y="48"/>
                  <a:pt x="16" y="48"/>
                  <a:pt x="16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53"/>
                  <a:pt x="0" y="60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22"/>
                  <a:pt x="5" y="128"/>
                  <a:pt x="12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8" y="128"/>
                  <a:pt x="104" y="122"/>
                  <a:pt x="104" y="116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104" y="53"/>
                  <a:pt x="98" y="48"/>
                  <a:pt x="92" y="48"/>
                </a:cubicBezTo>
                <a:close/>
                <a:moveTo>
                  <a:pt x="96" y="112"/>
                </a:moveTo>
                <a:cubicBezTo>
                  <a:pt x="96" y="116"/>
                  <a:pt x="92" y="120"/>
                  <a:pt x="88" y="12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11" y="120"/>
                  <a:pt x="8" y="116"/>
                  <a:pt x="8" y="112"/>
                </a:cubicBezTo>
                <a:cubicBezTo>
                  <a:pt x="8" y="64"/>
                  <a:pt x="8" y="64"/>
                  <a:pt x="8" y="64"/>
                </a:cubicBezTo>
                <a:cubicBezTo>
                  <a:pt x="8" y="59"/>
                  <a:pt x="11" y="56"/>
                  <a:pt x="16" y="56"/>
                </a:cubicBezTo>
                <a:cubicBezTo>
                  <a:pt x="88" y="56"/>
                  <a:pt x="88" y="56"/>
                  <a:pt x="88" y="56"/>
                </a:cubicBezTo>
                <a:cubicBezTo>
                  <a:pt x="92" y="56"/>
                  <a:pt x="96" y="59"/>
                  <a:pt x="96" y="64"/>
                </a:cubicBezTo>
                <a:lnTo>
                  <a:pt x="96" y="112"/>
                </a:ln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5" name="Freeform 64"/>
          <p:cNvSpPr>
            <a:spLocks noEditPoints="1"/>
          </p:cNvSpPr>
          <p:nvPr/>
        </p:nvSpPr>
        <p:spPr bwMode="auto">
          <a:xfrm>
            <a:off x="4912550" y="3404113"/>
            <a:ext cx="357366" cy="357366"/>
          </a:xfrm>
          <a:custGeom>
            <a:avLst/>
            <a:gdLst>
              <a:gd name="T0" fmla="*/ 116 w 128"/>
              <a:gd name="T1" fmla="*/ 0 h 128"/>
              <a:gd name="T2" fmla="*/ 12 w 128"/>
              <a:gd name="T3" fmla="*/ 0 h 128"/>
              <a:gd name="T4" fmla="*/ 0 w 128"/>
              <a:gd name="T5" fmla="*/ 12 h 128"/>
              <a:gd name="T6" fmla="*/ 0 w 128"/>
              <a:gd name="T7" fmla="*/ 116 h 128"/>
              <a:gd name="T8" fmla="*/ 12 w 128"/>
              <a:gd name="T9" fmla="*/ 128 h 128"/>
              <a:gd name="T10" fmla="*/ 116 w 128"/>
              <a:gd name="T11" fmla="*/ 128 h 128"/>
              <a:gd name="T12" fmla="*/ 128 w 128"/>
              <a:gd name="T13" fmla="*/ 116 h 128"/>
              <a:gd name="T14" fmla="*/ 128 w 128"/>
              <a:gd name="T15" fmla="*/ 12 h 128"/>
              <a:gd name="T16" fmla="*/ 116 w 128"/>
              <a:gd name="T17" fmla="*/ 0 h 128"/>
              <a:gd name="T18" fmla="*/ 24 w 128"/>
              <a:gd name="T19" fmla="*/ 8 h 128"/>
              <a:gd name="T20" fmla="*/ 76 w 128"/>
              <a:gd name="T21" fmla="*/ 8 h 128"/>
              <a:gd name="T22" fmla="*/ 76 w 128"/>
              <a:gd name="T23" fmla="*/ 40 h 128"/>
              <a:gd name="T24" fmla="*/ 88 w 128"/>
              <a:gd name="T25" fmla="*/ 32 h 128"/>
              <a:gd name="T26" fmla="*/ 100 w 128"/>
              <a:gd name="T27" fmla="*/ 40 h 128"/>
              <a:gd name="T28" fmla="*/ 100 w 128"/>
              <a:gd name="T29" fmla="*/ 8 h 128"/>
              <a:gd name="T30" fmla="*/ 112 w 128"/>
              <a:gd name="T31" fmla="*/ 8 h 128"/>
              <a:gd name="T32" fmla="*/ 120 w 128"/>
              <a:gd name="T33" fmla="*/ 16 h 128"/>
              <a:gd name="T34" fmla="*/ 120 w 128"/>
              <a:gd name="T35" fmla="*/ 76 h 128"/>
              <a:gd name="T36" fmla="*/ 24 w 128"/>
              <a:gd name="T37" fmla="*/ 76 h 128"/>
              <a:gd name="T38" fmla="*/ 24 w 128"/>
              <a:gd name="T39" fmla="*/ 8 h 128"/>
              <a:gd name="T40" fmla="*/ 8 w 128"/>
              <a:gd name="T41" fmla="*/ 16 h 128"/>
              <a:gd name="T42" fmla="*/ 16 w 128"/>
              <a:gd name="T43" fmla="*/ 8 h 128"/>
              <a:gd name="T44" fmla="*/ 16 w 128"/>
              <a:gd name="T45" fmla="*/ 76 h 128"/>
              <a:gd name="T46" fmla="*/ 8 w 128"/>
              <a:gd name="T47" fmla="*/ 77 h 128"/>
              <a:gd name="T48" fmla="*/ 8 w 128"/>
              <a:gd name="T49" fmla="*/ 16 h 128"/>
              <a:gd name="T50" fmla="*/ 120 w 128"/>
              <a:gd name="T51" fmla="*/ 92 h 128"/>
              <a:gd name="T52" fmla="*/ 120 w 128"/>
              <a:gd name="T53" fmla="*/ 112 h 128"/>
              <a:gd name="T54" fmla="*/ 112 w 128"/>
              <a:gd name="T55" fmla="*/ 120 h 128"/>
              <a:gd name="T56" fmla="*/ 16 w 128"/>
              <a:gd name="T57" fmla="*/ 120 h 128"/>
              <a:gd name="T58" fmla="*/ 8 w 128"/>
              <a:gd name="T59" fmla="*/ 112 h 128"/>
              <a:gd name="T60" fmla="*/ 8 w 128"/>
              <a:gd name="T61" fmla="*/ 92 h 128"/>
              <a:gd name="T62" fmla="*/ 16 w 128"/>
              <a:gd name="T63" fmla="*/ 84 h 128"/>
              <a:gd name="T64" fmla="*/ 120 w 128"/>
              <a:gd name="T65" fmla="*/ 84 h 128"/>
              <a:gd name="T66" fmla="*/ 120 w 128"/>
              <a:gd name="T67" fmla="*/ 92 h 128"/>
              <a:gd name="T68" fmla="*/ 108 w 128"/>
              <a:gd name="T69" fmla="*/ 104 h 128"/>
              <a:gd name="T70" fmla="*/ 20 w 128"/>
              <a:gd name="T71" fmla="*/ 104 h 128"/>
              <a:gd name="T72" fmla="*/ 16 w 128"/>
              <a:gd name="T73" fmla="*/ 108 h 128"/>
              <a:gd name="T74" fmla="*/ 20 w 128"/>
              <a:gd name="T75" fmla="*/ 112 h 128"/>
              <a:gd name="T76" fmla="*/ 108 w 128"/>
              <a:gd name="T77" fmla="*/ 112 h 128"/>
              <a:gd name="T78" fmla="*/ 112 w 128"/>
              <a:gd name="T79" fmla="*/ 108 h 128"/>
              <a:gd name="T80" fmla="*/ 108 w 128"/>
              <a:gd name="T81" fmla="*/ 104 h 128"/>
              <a:gd name="T82" fmla="*/ 108 w 128"/>
              <a:gd name="T83" fmla="*/ 92 h 128"/>
              <a:gd name="T84" fmla="*/ 20 w 128"/>
              <a:gd name="T85" fmla="*/ 92 h 128"/>
              <a:gd name="T86" fmla="*/ 16 w 128"/>
              <a:gd name="T87" fmla="*/ 96 h 128"/>
              <a:gd name="T88" fmla="*/ 20 w 128"/>
              <a:gd name="T89" fmla="*/ 100 h 128"/>
              <a:gd name="T90" fmla="*/ 108 w 128"/>
              <a:gd name="T91" fmla="*/ 100 h 128"/>
              <a:gd name="T92" fmla="*/ 112 w 128"/>
              <a:gd name="T93" fmla="*/ 96 h 128"/>
              <a:gd name="T94" fmla="*/ 108 w 128"/>
              <a:gd name="T95" fmla="*/ 9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" h="128">
                <a:moveTo>
                  <a:pt x="116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23"/>
                  <a:pt x="5" y="128"/>
                  <a:pt x="12" y="128"/>
                </a:cubicBezTo>
                <a:cubicBezTo>
                  <a:pt x="116" y="128"/>
                  <a:pt x="116" y="128"/>
                  <a:pt x="116" y="128"/>
                </a:cubicBezTo>
                <a:cubicBezTo>
                  <a:pt x="123" y="128"/>
                  <a:pt x="128" y="123"/>
                  <a:pt x="128" y="116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5"/>
                  <a:pt x="123" y="0"/>
                  <a:pt x="116" y="0"/>
                </a:cubicBezTo>
                <a:close/>
                <a:moveTo>
                  <a:pt x="24" y="8"/>
                </a:moveTo>
                <a:cubicBezTo>
                  <a:pt x="76" y="8"/>
                  <a:pt x="76" y="8"/>
                  <a:pt x="76" y="8"/>
                </a:cubicBezTo>
                <a:cubicBezTo>
                  <a:pt x="76" y="40"/>
                  <a:pt x="76" y="40"/>
                  <a:pt x="76" y="40"/>
                </a:cubicBezTo>
                <a:cubicBezTo>
                  <a:pt x="88" y="32"/>
                  <a:pt x="88" y="32"/>
                  <a:pt x="88" y="32"/>
                </a:cubicBezTo>
                <a:cubicBezTo>
                  <a:pt x="100" y="40"/>
                  <a:pt x="100" y="40"/>
                  <a:pt x="100" y="40"/>
                </a:cubicBezTo>
                <a:cubicBezTo>
                  <a:pt x="100" y="8"/>
                  <a:pt x="100" y="8"/>
                  <a:pt x="100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cubicBezTo>
                  <a:pt x="120" y="76"/>
                  <a:pt x="120" y="76"/>
                  <a:pt x="120" y="76"/>
                </a:cubicBezTo>
                <a:cubicBezTo>
                  <a:pt x="24" y="76"/>
                  <a:pt x="24" y="76"/>
                  <a:pt x="24" y="76"/>
                </a:cubicBezTo>
                <a:lnTo>
                  <a:pt x="24" y="8"/>
                </a:lnTo>
                <a:close/>
                <a:moveTo>
                  <a:pt x="8" y="16"/>
                </a:moveTo>
                <a:cubicBezTo>
                  <a:pt x="8" y="12"/>
                  <a:pt x="12" y="8"/>
                  <a:pt x="16" y="8"/>
                </a:cubicBezTo>
                <a:cubicBezTo>
                  <a:pt x="16" y="76"/>
                  <a:pt x="16" y="76"/>
                  <a:pt x="16" y="76"/>
                </a:cubicBezTo>
                <a:cubicBezTo>
                  <a:pt x="13" y="76"/>
                  <a:pt x="10" y="76"/>
                  <a:pt x="8" y="77"/>
                </a:cubicBezTo>
                <a:lnTo>
                  <a:pt x="8" y="16"/>
                </a:lnTo>
                <a:close/>
                <a:moveTo>
                  <a:pt x="120" y="92"/>
                </a:moveTo>
                <a:cubicBezTo>
                  <a:pt x="120" y="112"/>
                  <a:pt x="120" y="112"/>
                  <a:pt x="120" y="112"/>
                </a:cubicBezTo>
                <a:cubicBezTo>
                  <a:pt x="120" y="116"/>
                  <a:pt x="116" y="120"/>
                  <a:pt x="112" y="120"/>
                </a:cubicBezTo>
                <a:cubicBezTo>
                  <a:pt x="88" y="120"/>
                  <a:pt x="16" y="120"/>
                  <a:pt x="16" y="120"/>
                </a:cubicBezTo>
                <a:cubicBezTo>
                  <a:pt x="12" y="120"/>
                  <a:pt x="8" y="116"/>
                  <a:pt x="8" y="112"/>
                </a:cubicBezTo>
                <a:cubicBezTo>
                  <a:pt x="8" y="92"/>
                  <a:pt x="8" y="92"/>
                  <a:pt x="8" y="92"/>
                </a:cubicBezTo>
                <a:cubicBezTo>
                  <a:pt x="8" y="88"/>
                  <a:pt x="12" y="84"/>
                  <a:pt x="16" y="84"/>
                </a:cubicBezTo>
                <a:cubicBezTo>
                  <a:pt x="120" y="84"/>
                  <a:pt x="120" y="84"/>
                  <a:pt x="120" y="84"/>
                </a:cubicBezTo>
                <a:cubicBezTo>
                  <a:pt x="120" y="84"/>
                  <a:pt x="120" y="88"/>
                  <a:pt x="120" y="92"/>
                </a:cubicBezTo>
                <a:close/>
                <a:moveTo>
                  <a:pt x="108" y="104"/>
                </a:moveTo>
                <a:cubicBezTo>
                  <a:pt x="20" y="104"/>
                  <a:pt x="20" y="104"/>
                  <a:pt x="20" y="104"/>
                </a:cubicBezTo>
                <a:cubicBezTo>
                  <a:pt x="18" y="104"/>
                  <a:pt x="16" y="106"/>
                  <a:pt x="16" y="108"/>
                </a:cubicBezTo>
                <a:cubicBezTo>
                  <a:pt x="16" y="110"/>
                  <a:pt x="18" y="112"/>
                  <a:pt x="20" y="112"/>
                </a:cubicBezTo>
                <a:cubicBezTo>
                  <a:pt x="108" y="112"/>
                  <a:pt x="108" y="112"/>
                  <a:pt x="108" y="112"/>
                </a:cubicBezTo>
                <a:cubicBezTo>
                  <a:pt x="110" y="112"/>
                  <a:pt x="112" y="110"/>
                  <a:pt x="112" y="108"/>
                </a:cubicBezTo>
                <a:cubicBezTo>
                  <a:pt x="112" y="106"/>
                  <a:pt x="110" y="104"/>
                  <a:pt x="108" y="104"/>
                </a:cubicBezTo>
                <a:close/>
                <a:moveTo>
                  <a:pt x="108" y="92"/>
                </a:moveTo>
                <a:cubicBezTo>
                  <a:pt x="20" y="92"/>
                  <a:pt x="20" y="92"/>
                  <a:pt x="20" y="92"/>
                </a:cubicBezTo>
                <a:cubicBezTo>
                  <a:pt x="18" y="92"/>
                  <a:pt x="16" y="94"/>
                  <a:pt x="16" y="96"/>
                </a:cubicBezTo>
                <a:cubicBezTo>
                  <a:pt x="16" y="98"/>
                  <a:pt x="18" y="100"/>
                  <a:pt x="20" y="100"/>
                </a:cubicBezTo>
                <a:cubicBezTo>
                  <a:pt x="108" y="100"/>
                  <a:pt x="108" y="100"/>
                  <a:pt x="108" y="100"/>
                </a:cubicBezTo>
                <a:cubicBezTo>
                  <a:pt x="110" y="100"/>
                  <a:pt x="112" y="98"/>
                  <a:pt x="112" y="96"/>
                </a:cubicBezTo>
                <a:cubicBezTo>
                  <a:pt x="112" y="94"/>
                  <a:pt x="110" y="92"/>
                  <a:pt x="108" y="92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6" name="TextBox 38"/>
          <p:cNvSpPr txBox="1"/>
          <p:nvPr/>
        </p:nvSpPr>
        <p:spPr>
          <a:xfrm>
            <a:off x="5900193" y="2805355"/>
            <a:ext cx="386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r>
              <a:rPr lang="en-US" altLang="zh-CN" b="1" dirty="0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01</a:t>
            </a:r>
            <a:endParaRPr lang="en-US" altLang="zh-CN" b="1" dirty="0">
              <a:solidFill>
                <a:prstClr val="white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7" name="TextBox 38"/>
          <p:cNvSpPr txBox="1"/>
          <p:nvPr/>
        </p:nvSpPr>
        <p:spPr>
          <a:xfrm>
            <a:off x="4898193" y="3811986"/>
            <a:ext cx="386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r>
              <a:rPr lang="en-US" altLang="zh-CN" b="1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03</a:t>
            </a:r>
            <a:endParaRPr lang="en-US" altLang="zh-CN" b="1">
              <a:solidFill>
                <a:prstClr val="white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8" name="TextBox 38"/>
          <p:cNvSpPr txBox="1"/>
          <p:nvPr/>
        </p:nvSpPr>
        <p:spPr>
          <a:xfrm>
            <a:off x="6900345" y="3811986"/>
            <a:ext cx="386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r>
              <a:rPr lang="en-US" b="1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02</a:t>
            </a:r>
            <a:endParaRPr lang="en-US" b="1">
              <a:solidFill>
                <a:prstClr val="white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9" name="TextBox 38"/>
          <p:cNvSpPr txBox="1"/>
          <p:nvPr/>
        </p:nvSpPr>
        <p:spPr>
          <a:xfrm>
            <a:off x="5823250" y="4801113"/>
            <a:ext cx="386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r>
              <a:rPr lang="en-US" altLang="zh-CN" b="1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04</a:t>
            </a:r>
            <a:endParaRPr lang="en-US" altLang="zh-CN" b="1">
              <a:solidFill>
                <a:prstClr val="white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0" name="TextBox 37"/>
          <p:cNvSpPr txBox="1"/>
          <p:nvPr/>
        </p:nvSpPr>
        <p:spPr>
          <a:xfrm>
            <a:off x="1220717" y="1826118"/>
            <a:ext cx="313615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spcAft>
                <a:spcPts val="800"/>
              </a:spcAft>
              <a:defRPr sz="1000">
                <a:solidFill>
                  <a:srgbClr val="F4DEBD"/>
                </a:solidFill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sz="1200" dirty="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 dirty="0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1" name="TextBox 37"/>
          <p:cNvSpPr txBox="1"/>
          <p:nvPr/>
        </p:nvSpPr>
        <p:spPr>
          <a:xfrm>
            <a:off x="7917180" y="1826260"/>
            <a:ext cx="31362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 dirty="0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2" name="TextBox 37"/>
          <p:cNvSpPr txBox="1"/>
          <p:nvPr/>
        </p:nvSpPr>
        <p:spPr>
          <a:xfrm>
            <a:off x="1220717" y="4705631"/>
            <a:ext cx="313615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3" name="TextBox 37"/>
          <p:cNvSpPr txBox="1"/>
          <p:nvPr/>
        </p:nvSpPr>
        <p:spPr>
          <a:xfrm>
            <a:off x="7917005" y="4705631"/>
            <a:ext cx="313615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ts val="1800"/>
              </a:lnSpc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 dirty="0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14278" y="2784643"/>
            <a:ext cx="1013257" cy="1013257"/>
            <a:chOff x="1414278" y="3230413"/>
            <a:chExt cx="1013257" cy="1013257"/>
          </a:xfrm>
        </p:grpSpPr>
        <p:sp>
          <p:nvSpPr>
            <p:cNvPr id="4" name="矩形 3"/>
            <p:cNvSpPr/>
            <p:nvPr/>
          </p:nvSpPr>
          <p:spPr>
            <a:xfrm rot="13403634">
              <a:off x="1414278" y="3230413"/>
              <a:ext cx="1013257" cy="1013257"/>
            </a:xfrm>
            <a:prstGeom prst="rect">
              <a:avLst/>
            </a:prstGeom>
            <a:solidFill>
              <a:srgbClr val="D9926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grpSp>
          <p:nvGrpSpPr>
            <p:cNvPr id="5" name="Group 75"/>
            <p:cNvGrpSpPr/>
            <p:nvPr/>
          </p:nvGrpSpPr>
          <p:grpSpPr>
            <a:xfrm>
              <a:off x="1678164" y="3458811"/>
              <a:ext cx="421632" cy="562817"/>
              <a:chOff x="2639219" y="3510757"/>
              <a:chExt cx="348456" cy="465138"/>
            </a:xfrm>
            <a:solidFill>
              <a:sysClr val="window" lastClr="FFFFFF"/>
            </a:solidFill>
          </p:grpSpPr>
          <p:sp>
            <p:nvSpPr>
              <p:cNvPr id="6" name="AutoShape 115"/>
              <p:cNvSpPr/>
              <p:nvPr/>
            </p:nvSpPr>
            <p:spPr bwMode="auto">
              <a:xfrm>
                <a:off x="2639219" y="3510757"/>
                <a:ext cx="348456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800" y="12825"/>
                    </a:moveTo>
                    <a:lnTo>
                      <a:pt x="19800" y="13500"/>
                    </a:lnTo>
                    <a:lnTo>
                      <a:pt x="19800" y="14850"/>
                    </a:lnTo>
                    <a:lnTo>
                      <a:pt x="19800" y="15525"/>
                    </a:lnTo>
                    <a:cubicBezTo>
                      <a:pt x="19800" y="18129"/>
                      <a:pt x="16972" y="20249"/>
                      <a:pt x="13499" y="20249"/>
                    </a:cubicBezTo>
                    <a:lnTo>
                      <a:pt x="8099" y="20249"/>
                    </a:lnTo>
                    <a:cubicBezTo>
                      <a:pt x="4627" y="20249"/>
                      <a:pt x="1800" y="18129"/>
                      <a:pt x="1800" y="15525"/>
                    </a:cubicBezTo>
                    <a:lnTo>
                      <a:pt x="1800" y="14850"/>
                    </a:lnTo>
                    <a:lnTo>
                      <a:pt x="1800" y="13500"/>
                    </a:lnTo>
                    <a:lnTo>
                      <a:pt x="1800" y="12825"/>
                    </a:lnTo>
                    <a:lnTo>
                      <a:pt x="1800" y="10800"/>
                    </a:lnTo>
                    <a:cubicBezTo>
                      <a:pt x="1800" y="10427"/>
                      <a:pt x="2203" y="10124"/>
                      <a:pt x="2699" y="10124"/>
                    </a:cubicBezTo>
                    <a:lnTo>
                      <a:pt x="4499" y="10124"/>
                    </a:lnTo>
                    <a:lnTo>
                      <a:pt x="17100" y="10124"/>
                    </a:lnTo>
                    <a:lnTo>
                      <a:pt x="18899" y="10124"/>
                    </a:lnTo>
                    <a:cubicBezTo>
                      <a:pt x="19396" y="10124"/>
                      <a:pt x="19800" y="10427"/>
                      <a:pt x="19800" y="10800"/>
                    </a:cubicBezTo>
                    <a:cubicBezTo>
                      <a:pt x="19800" y="10800"/>
                      <a:pt x="19800" y="12825"/>
                      <a:pt x="19800" y="12825"/>
                    </a:cubicBezTo>
                    <a:close/>
                    <a:moveTo>
                      <a:pt x="14400" y="6075"/>
                    </a:moveTo>
                    <a:lnTo>
                      <a:pt x="14400" y="6076"/>
                    </a:lnTo>
                    <a:lnTo>
                      <a:pt x="14400" y="8774"/>
                    </a:lnTo>
                    <a:lnTo>
                      <a:pt x="7200" y="8774"/>
                    </a:lnTo>
                    <a:lnTo>
                      <a:pt x="7200" y="6076"/>
                    </a:lnTo>
                    <a:lnTo>
                      <a:pt x="7200" y="6075"/>
                    </a:lnTo>
                    <a:cubicBezTo>
                      <a:pt x="7200" y="4583"/>
                      <a:pt x="8811" y="3375"/>
                      <a:pt x="10800" y="3375"/>
                    </a:cubicBezTo>
                    <a:cubicBezTo>
                      <a:pt x="12788" y="3375"/>
                      <a:pt x="14400" y="4583"/>
                      <a:pt x="14400" y="6075"/>
                    </a:cubicBezTo>
                    <a:moveTo>
                      <a:pt x="4499" y="6075"/>
                    </a:moveTo>
                    <a:cubicBezTo>
                      <a:pt x="4499" y="3465"/>
                      <a:pt x="7320" y="1350"/>
                      <a:pt x="10800" y="1350"/>
                    </a:cubicBezTo>
                    <a:cubicBezTo>
                      <a:pt x="14279" y="1350"/>
                      <a:pt x="17100" y="3465"/>
                      <a:pt x="17100" y="6075"/>
                    </a:cubicBezTo>
                    <a:lnTo>
                      <a:pt x="17100" y="8774"/>
                    </a:lnTo>
                    <a:lnTo>
                      <a:pt x="15299" y="8774"/>
                    </a:lnTo>
                    <a:lnTo>
                      <a:pt x="15299" y="6076"/>
                    </a:lnTo>
                    <a:cubicBezTo>
                      <a:pt x="15299" y="4212"/>
                      <a:pt x="13285" y="2701"/>
                      <a:pt x="10800" y="2701"/>
                    </a:cubicBezTo>
                    <a:cubicBezTo>
                      <a:pt x="8314" y="2701"/>
                      <a:pt x="6299" y="4212"/>
                      <a:pt x="6299" y="6076"/>
                    </a:cubicBezTo>
                    <a:lnTo>
                      <a:pt x="6299" y="8774"/>
                    </a:lnTo>
                    <a:lnTo>
                      <a:pt x="4499" y="8774"/>
                    </a:lnTo>
                    <a:cubicBezTo>
                      <a:pt x="4499" y="8774"/>
                      <a:pt x="4499" y="6075"/>
                      <a:pt x="4499" y="6075"/>
                    </a:cubicBezTo>
                    <a:close/>
                    <a:moveTo>
                      <a:pt x="18899" y="8774"/>
                    </a:moveTo>
                    <a:lnTo>
                      <a:pt x="18899" y="6075"/>
                    </a:lnTo>
                    <a:cubicBezTo>
                      <a:pt x="18899" y="2719"/>
                      <a:pt x="15274" y="0"/>
                      <a:pt x="10800" y="0"/>
                    </a:cubicBezTo>
                    <a:cubicBezTo>
                      <a:pt x="6325" y="0"/>
                      <a:pt x="2699" y="2719"/>
                      <a:pt x="2699" y="6075"/>
                    </a:cubicBezTo>
                    <a:lnTo>
                      <a:pt x="2699" y="8774"/>
                    </a:lnTo>
                    <a:cubicBezTo>
                      <a:pt x="1208" y="8774"/>
                      <a:pt x="0" y="9681"/>
                      <a:pt x="0" y="10800"/>
                    </a:cubicBezTo>
                    <a:lnTo>
                      <a:pt x="0" y="12825"/>
                    </a:lnTo>
                    <a:lnTo>
                      <a:pt x="0" y="13500"/>
                    </a:lnTo>
                    <a:lnTo>
                      <a:pt x="0" y="14850"/>
                    </a:lnTo>
                    <a:lnTo>
                      <a:pt x="0" y="15525"/>
                    </a:lnTo>
                    <a:cubicBezTo>
                      <a:pt x="0" y="18880"/>
                      <a:pt x="3625" y="21599"/>
                      <a:pt x="8099" y="21599"/>
                    </a:cubicBezTo>
                    <a:lnTo>
                      <a:pt x="13499" y="21599"/>
                    </a:lnTo>
                    <a:cubicBezTo>
                      <a:pt x="17974" y="21599"/>
                      <a:pt x="21600" y="18880"/>
                      <a:pt x="21600" y="15525"/>
                    </a:cubicBezTo>
                    <a:lnTo>
                      <a:pt x="21600" y="14850"/>
                    </a:lnTo>
                    <a:lnTo>
                      <a:pt x="21600" y="13500"/>
                    </a:lnTo>
                    <a:lnTo>
                      <a:pt x="21600" y="12825"/>
                    </a:lnTo>
                    <a:lnTo>
                      <a:pt x="21600" y="10800"/>
                    </a:lnTo>
                    <a:cubicBezTo>
                      <a:pt x="21600" y="9681"/>
                      <a:pt x="20391" y="8774"/>
                      <a:pt x="18899" y="877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" name="AutoShape 116"/>
              <p:cNvSpPr/>
              <p:nvPr/>
            </p:nvSpPr>
            <p:spPr bwMode="auto">
              <a:xfrm>
                <a:off x="2784475" y="3786982"/>
                <a:ext cx="57944" cy="8731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8" y="0"/>
                      <a:pt x="0" y="3226"/>
                      <a:pt x="0" y="7201"/>
                    </a:cubicBezTo>
                    <a:cubicBezTo>
                      <a:pt x="0" y="9390"/>
                      <a:pt x="1798" y="13537"/>
                      <a:pt x="3601" y="16821"/>
                    </a:cubicBezTo>
                    <a:cubicBezTo>
                      <a:pt x="5070" y="19493"/>
                      <a:pt x="6916" y="21600"/>
                      <a:pt x="10800" y="21600"/>
                    </a:cubicBezTo>
                    <a:cubicBezTo>
                      <a:pt x="15016" y="21600"/>
                      <a:pt x="16529" y="19514"/>
                      <a:pt x="18003" y="16858"/>
                    </a:cubicBezTo>
                    <a:cubicBezTo>
                      <a:pt x="19828" y="13567"/>
                      <a:pt x="21600" y="9397"/>
                      <a:pt x="21600" y="7201"/>
                    </a:cubicBezTo>
                    <a:cubicBezTo>
                      <a:pt x="21600" y="3226"/>
                      <a:pt x="16761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5597687" y="2784643"/>
            <a:ext cx="1013257" cy="1013257"/>
            <a:chOff x="5597687" y="3230413"/>
            <a:chExt cx="1013257" cy="1013257"/>
          </a:xfrm>
        </p:grpSpPr>
        <p:sp>
          <p:nvSpPr>
            <p:cNvPr id="9" name="矩形 8"/>
            <p:cNvSpPr/>
            <p:nvPr/>
          </p:nvSpPr>
          <p:spPr>
            <a:xfrm rot="13403634">
              <a:off x="5597687" y="3230413"/>
              <a:ext cx="1013257" cy="1013257"/>
            </a:xfrm>
            <a:prstGeom prst="rect">
              <a:avLst/>
            </a:prstGeom>
            <a:solidFill>
              <a:srgbClr val="59595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grpSp>
          <p:nvGrpSpPr>
            <p:cNvPr id="10" name="Group 82"/>
            <p:cNvGrpSpPr/>
            <p:nvPr/>
          </p:nvGrpSpPr>
          <p:grpSpPr>
            <a:xfrm>
              <a:off x="5823389" y="3456594"/>
              <a:ext cx="561856" cy="561856"/>
              <a:chOff x="4439444" y="2582069"/>
              <a:chExt cx="464344" cy="464344"/>
            </a:xfrm>
            <a:solidFill>
              <a:sysClr val="window" lastClr="FFFFFF"/>
            </a:solidFill>
          </p:grpSpPr>
          <p:sp>
            <p:nvSpPr>
              <p:cNvPr id="11" name="AutoShape 123"/>
              <p:cNvSpPr/>
              <p:nvPr/>
            </p:nvSpPr>
            <p:spPr bwMode="auto">
              <a:xfrm>
                <a:off x="4439444" y="2582069"/>
                <a:ext cx="464344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180" y="12132"/>
                    </a:moveTo>
                    <a:cubicBezTo>
                      <a:pt x="17710" y="12226"/>
                      <a:pt x="17327" y="12561"/>
                      <a:pt x="17170" y="13012"/>
                    </a:cubicBezTo>
                    <a:cubicBezTo>
                      <a:pt x="17083" y="13261"/>
                      <a:pt x="16981" y="13503"/>
                      <a:pt x="16868" y="13738"/>
                    </a:cubicBezTo>
                    <a:cubicBezTo>
                      <a:pt x="16658" y="14169"/>
                      <a:pt x="16694" y="14677"/>
                      <a:pt x="16959" y="15075"/>
                    </a:cubicBezTo>
                    <a:lnTo>
                      <a:pt x="18131" y="16833"/>
                    </a:lnTo>
                    <a:lnTo>
                      <a:pt x="16832" y="18132"/>
                    </a:lnTo>
                    <a:lnTo>
                      <a:pt x="15075" y="16960"/>
                    </a:lnTo>
                    <a:cubicBezTo>
                      <a:pt x="14850" y="16810"/>
                      <a:pt x="14589" y="16733"/>
                      <a:pt x="14326" y="16733"/>
                    </a:cubicBezTo>
                    <a:cubicBezTo>
                      <a:pt x="14126" y="16733"/>
                      <a:pt x="13924" y="16778"/>
                      <a:pt x="13738" y="16868"/>
                    </a:cubicBezTo>
                    <a:cubicBezTo>
                      <a:pt x="13504" y="16981"/>
                      <a:pt x="13262" y="17083"/>
                      <a:pt x="13012" y="17170"/>
                    </a:cubicBezTo>
                    <a:cubicBezTo>
                      <a:pt x="12561" y="17327"/>
                      <a:pt x="12226" y="17712"/>
                      <a:pt x="12133" y="18180"/>
                    </a:cubicBezTo>
                    <a:lnTo>
                      <a:pt x="11717" y="20249"/>
                    </a:lnTo>
                    <a:lnTo>
                      <a:pt x="9881" y="20249"/>
                    </a:lnTo>
                    <a:lnTo>
                      <a:pt x="9467" y="18180"/>
                    </a:lnTo>
                    <a:cubicBezTo>
                      <a:pt x="9373" y="17712"/>
                      <a:pt x="9039" y="17327"/>
                      <a:pt x="8588" y="17170"/>
                    </a:cubicBezTo>
                    <a:cubicBezTo>
                      <a:pt x="8339" y="17083"/>
                      <a:pt x="8096" y="16983"/>
                      <a:pt x="7861" y="16869"/>
                    </a:cubicBezTo>
                    <a:cubicBezTo>
                      <a:pt x="7675" y="16778"/>
                      <a:pt x="7474" y="16733"/>
                      <a:pt x="7273" y="16733"/>
                    </a:cubicBezTo>
                    <a:cubicBezTo>
                      <a:pt x="7011" y="16733"/>
                      <a:pt x="6750" y="16810"/>
                      <a:pt x="6525" y="16960"/>
                    </a:cubicBezTo>
                    <a:lnTo>
                      <a:pt x="4767" y="18132"/>
                    </a:lnTo>
                    <a:lnTo>
                      <a:pt x="3468" y="16833"/>
                    </a:lnTo>
                    <a:lnTo>
                      <a:pt x="4639" y="15075"/>
                    </a:lnTo>
                    <a:cubicBezTo>
                      <a:pt x="4904" y="14677"/>
                      <a:pt x="4939" y="14169"/>
                      <a:pt x="4732" y="13738"/>
                    </a:cubicBezTo>
                    <a:cubicBezTo>
                      <a:pt x="4618" y="13504"/>
                      <a:pt x="4516" y="13263"/>
                      <a:pt x="4429" y="13013"/>
                    </a:cubicBezTo>
                    <a:cubicBezTo>
                      <a:pt x="4273" y="12561"/>
                      <a:pt x="3888" y="12227"/>
                      <a:pt x="3419" y="12133"/>
                    </a:cubicBezTo>
                    <a:lnTo>
                      <a:pt x="1350" y="11718"/>
                    </a:lnTo>
                    <a:lnTo>
                      <a:pt x="1349" y="9882"/>
                    </a:lnTo>
                    <a:lnTo>
                      <a:pt x="3419" y="9468"/>
                    </a:lnTo>
                    <a:cubicBezTo>
                      <a:pt x="3888" y="9374"/>
                      <a:pt x="4273" y="9039"/>
                      <a:pt x="4429" y="8588"/>
                    </a:cubicBezTo>
                    <a:cubicBezTo>
                      <a:pt x="4516" y="8338"/>
                      <a:pt x="4617" y="8096"/>
                      <a:pt x="4731" y="7862"/>
                    </a:cubicBezTo>
                    <a:cubicBezTo>
                      <a:pt x="4940" y="7431"/>
                      <a:pt x="4905" y="6923"/>
                      <a:pt x="4639" y="6524"/>
                    </a:cubicBezTo>
                    <a:lnTo>
                      <a:pt x="3468" y="4767"/>
                    </a:lnTo>
                    <a:lnTo>
                      <a:pt x="4767" y="3468"/>
                    </a:lnTo>
                    <a:lnTo>
                      <a:pt x="6525" y="4639"/>
                    </a:lnTo>
                    <a:cubicBezTo>
                      <a:pt x="6750" y="4790"/>
                      <a:pt x="7011" y="4866"/>
                      <a:pt x="7273" y="4866"/>
                    </a:cubicBezTo>
                    <a:cubicBezTo>
                      <a:pt x="7474" y="4866"/>
                      <a:pt x="7674" y="4822"/>
                      <a:pt x="7861" y="4732"/>
                    </a:cubicBezTo>
                    <a:cubicBezTo>
                      <a:pt x="8095" y="4619"/>
                      <a:pt x="8337" y="4517"/>
                      <a:pt x="8586" y="4430"/>
                    </a:cubicBezTo>
                    <a:cubicBezTo>
                      <a:pt x="9039" y="4272"/>
                      <a:pt x="9373" y="3888"/>
                      <a:pt x="9467" y="3420"/>
                    </a:cubicBezTo>
                    <a:lnTo>
                      <a:pt x="9881" y="1350"/>
                    </a:lnTo>
                    <a:lnTo>
                      <a:pt x="11717" y="1350"/>
                    </a:lnTo>
                    <a:lnTo>
                      <a:pt x="12131" y="3420"/>
                    </a:lnTo>
                    <a:cubicBezTo>
                      <a:pt x="12225" y="3888"/>
                      <a:pt x="12560" y="4272"/>
                      <a:pt x="13012" y="4430"/>
                    </a:cubicBezTo>
                    <a:cubicBezTo>
                      <a:pt x="13261" y="4517"/>
                      <a:pt x="13502" y="4617"/>
                      <a:pt x="13737" y="4731"/>
                    </a:cubicBezTo>
                    <a:cubicBezTo>
                      <a:pt x="13924" y="4822"/>
                      <a:pt x="14125" y="4866"/>
                      <a:pt x="14326" y="4866"/>
                    </a:cubicBezTo>
                    <a:cubicBezTo>
                      <a:pt x="14589" y="4866"/>
                      <a:pt x="14850" y="4790"/>
                      <a:pt x="15075" y="4639"/>
                    </a:cubicBezTo>
                    <a:lnTo>
                      <a:pt x="16832" y="3468"/>
                    </a:lnTo>
                    <a:lnTo>
                      <a:pt x="18131" y="4767"/>
                    </a:lnTo>
                    <a:lnTo>
                      <a:pt x="16959" y="6524"/>
                    </a:lnTo>
                    <a:cubicBezTo>
                      <a:pt x="16694" y="6923"/>
                      <a:pt x="16660" y="7431"/>
                      <a:pt x="16867" y="7861"/>
                    </a:cubicBezTo>
                    <a:cubicBezTo>
                      <a:pt x="16980" y="8096"/>
                      <a:pt x="17083" y="8337"/>
                      <a:pt x="17170" y="8587"/>
                    </a:cubicBezTo>
                    <a:cubicBezTo>
                      <a:pt x="17327" y="9039"/>
                      <a:pt x="17710" y="9373"/>
                      <a:pt x="18180" y="9467"/>
                    </a:cubicBezTo>
                    <a:lnTo>
                      <a:pt x="20248" y="9882"/>
                    </a:lnTo>
                    <a:lnTo>
                      <a:pt x="20250" y="11718"/>
                    </a:lnTo>
                    <a:cubicBezTo>
                      <a:pt x="20250" y="11718"/>
                      <a:pt x="18180" y="12132"/>
                      <a:pt x="18180" y="12132"/>
                    </a:cubicBezTo>
                    <a:close/>
                    <a:moveTo>
                      <a:pt x="20513" y="8558"/>
                    </a:moveTo>
                    <a:lnTo>
                      <a:pt x="18445" y="8143"/>
                    </a:lnTo>
                    <a:cubicBezTo>
                      <a:pt x="18341" y="7844"/>
                      <a:pt x="18218" y="7554"/>
                      <a:pt x="18082" y="7273"/>
                    </a:cubicBezTo>
                    <a:lnTo>
                      <a:pt x="19254" y="5516"/>
                    </a:lnTo>
                    <a:cubicBezTo>
                      <a:pt x="19611" y="4980"/>
                      <a:pt x="19540" y="4268"/>
                      <a:pt x="19085" y="3813"/>
                    </a:cubicBezTo>
                    <a:lnTo>
                      <a:pt x="17787" y="2514"/>
                    </a:lnTo>
                    <a:cubicBezTo>
                      <a:pt x="17526" y="2253"/>
                      <a:pt x="17181" y="2118"/>
                      <a:pt x="16831" y="2118"/>
                    </a:cubicBezTo>
                    <a:cubicBezTo>
                      <a:pt x="16573" y="2118"/>
                      <a:pt x="16312" y="2193"/>
                      <a:pt x="16084" y="2345"/>
                    </a:cubicBezTo>
                    <a:lnTo>
                      <a:pt x="14326" y="3516"/>
                    </a:lnTo>
                    <a:cubicBezTo>
                      <a:pt x="14044" y="3380"/>
                      <a:pt x="13754" y="3258"/>
                      <a:pt x="13455" y="3155"/>
                    </a:cubicBezTo>
                    <a:lnTo>
                      <a:pt x="13041" y="1085"/>
                    </a:lnTo>
                    <a:cubicBezTo>
                      <a:pt x="12916" y="454"/>
                      <a:pt x="12361" y="0"/>
                      <a:pt x="11717" y="0"/>
                    </a:cubicBezTo>
                    <a:lnTo>
                      <a:pt x="9881" y="0"/>
                    </a:lnTo>
                    <a:cubicBezTo>
                      <a:pt x="9238" y="0"/>
                      <a:pt x="8684" y="454"/>
                      <a:pt x="8557" y="1085"/>
                    </a:cubicBezTo>
                    <a:lnTo>
                      <a:pt x="8143" y="3155"/>
                    </a:lnTo>
                    <a:cubicBezTo>
                      <a:pt x="7843" y="3258"/>
                      <a:pt x="7554" y="3381"/>
                      <a:pt x="7273" y="3516"/>
                    </a:cubicBezTo>
                    <a:lnTo>
                      <a:pt x="5516" y="2345"/>
                    </a:lnTo>
                    <a:cubicBezTo>
                      <a:pt x="5287" y="2193"/>
                      <a:pt x="5026" y="2118"/>
                      <a:pt x="4767" y="2118"/>
                    </a:cubicBezTo>
                    <a:cubicBezTo>
                      <a:pt x="4419" y="2118"/>
                      <a:pt x="4073" y="2253"/>
                      <a:pt x="3812" y="2514"/>
                    </a:cubicBezTo>
                    <a:lnTo>
                      <a:pt x="2514" y="3813"/>
                    </a:lnTo>
                    <a:cubicBezTo>
                      <a:pt x="2059" y="4268"/>
                      <a:pt x="1988" y="4980"/>
                      <a:pt x="2345" y="5516"/>
                    </a:cubicBezTo>
                    <a:lnTo>
                      <a:pt x="3516" y="7273"/>
                    </a:lnTo>
                    <a:cubicBezTo>
                      <a:pt x="3380" y="7555"/>
                      <a:pt x="3258" y="7844"/>
                      <a:pt x="3154" y="8144"/>
                    </a:cubicBezTo>
                    <a:lnTo>
                      <a:pt x="1085" y="8558"/>
                    </a:lnTo>
                    <a:cubicBezTo>
                      <a:pt x="454" y="8684"/>
                      <a:pt x="0" y="9238"/>
                      <a:pt x="0" y="9882"/>
                    </a:cubicBezTo>
                    <a:lnTo>
                      <a:pt x="0" y="11718"/>
                    </a:lnTo>
                    <a:cubicBezTo>
                      <a:pt x="0" y="12361"/>
                      <a:pt x="454" y="12916"/>
                      <a:pt x="1085" y="13042"/>
                    </a:cubicBezTo>
                    <a:lnTo>
                      <a:pt x="3154" y="13456"/>
                    </a:lnTo>
                    <a:cubicBezTo>
                      <a:pt x="3258" y="13755"/>
                      <a:pt x="3380" y="14046"/>
                      <a:pt x="3516" y="14326"/>
                    </a:cubicBezTo>
                    <a:lnTo>
                      <a:pt x="2345" y="16083"/>
                    </a:lnTo>
                    <a:cubicBezTo>
                      <a:pt x="1988" y="16619"/>
                      <a:pt x="2059" y="17332"/>
                      <a:pt x="2514" y="17787"/>
                    </a:cubicBezTo>
                    <a:lnTo>
                      <a:pt x="3812" y="19086"/>
                    </a:lnTo>
                    <a:cubicBezTo>
                      <a:pt x="4073" y="19346"/>
                      <a:pt x="4419" y="19482"/>
                      <a:pt x="4767" y="19482"/>
                    </a:cubicBezTo>
                    <a:cubicBezTo>
                      <a:pt x="5026" y="19482"/>
                      <a:pt x="5287" y="19406"/>
                      <a:pt x="5516" y="19254"/>
                    </a:cubicBezTo>
                    <a:lnTo>
                      <a:pt x="7273" y="18083"/>
                    </a:lnTo>
                    <a:cubicBezTo>
                      <a:pt x="7554" y="18220"/>
                      <a:pt x="7843" y="18341"/>
                      <a:pt x="8143" y="18445"/>
                    </a:cubicBezTo>
                    <a:lnTo>
                      <a:pt x="8557" y="20514"/>
                    </a:lnTo>
                    <a:cubicBezTo>
                      <a:pt x="8684" y="21146"/>
                      <a:pt x="9238" y="21599"/>
                      <a:pt x="9881" y="21599"/>
                    </a:cubicBezTo>
                    <a:lnTo>
                      <a:pt x="11717" y="21599"/>
                    </a:lnTo>
                    <a:cubicBezTo>
                      <a:pt x="12361" y="21599"/>
                      <a:pt x="12916" y="21146"/>
                      <a:pt x="13041" y="20514"/>
                    </a:cubicBezTo>
                    <a:lnTo>
                      <a:pt x="13456" y="18445"/>
                    </a:lnTo>
                    <a:cubicBezTo>
                      <a:pt x="13755" y="18341"/>
                      <a:pt x="14046" y="18219"/>
                      <a:pt x="14326" y="18083"/>
                    </a:cubicBezTo>
                    <a:lnTo>
                      <a:pt x="16084" y="19254"/>
                    </a:lnTo>
                    <a:cubicBezTo>
                      <a:pt x="16312" y="19406"/>
                      <a:pt x="16573" y="19482"/>
                      <a:pt x="16831" y="19482"/>
                    </a:cubicBezTo>
                    <a:cubicBezTo>
                      <a:pt x="17181" y="19482"/>
                      <a:pt x="17526" y="19346"/>
                      <a:pt x="17787" y="19086"/>
                    </a:cubicBezTo>
                    <a:lnTo>
                      <a:pt x="19085" y="17787"/>
                    </a:lnTo>
                    <a:cubicBezTo>
                      <a:pt x="19540" y="17332"/>
                      <a:pt x="19611" y="16619"/>
                      <a:pt x="19254" y="16083"/>
                    </a:cubicBezTo>
                    <a:lnTo>
                      <a:pt x="18082" y="14326"/>
                    </a:lnTo>
                    <a:cubicBezTo>
                      <a:pt x="18219" y="14045"/>
                      <a:pt x="18341" y="13755"/>
                      <a:pt x="18445" y="13456"/>
                    </a:cubicBezTo>
                    <a:lnTo>
                      <a:pt x="20513" y="13042"/>
                    </a:lnTo>
                    <a:cubicBezTo>
                      <a:pt x="21145" y="12916"/>
                      <a:pt x="21599" y="12361"/>
                      <a:pt x="21599" y="11718"/>
                    </a:cubicBezTo>
                    <a:lnTo>
                      <a:pt x="21599" y="9882"/>
                    </a:lnTo>
                    <a:cubicBezTo>
                      <a:pt x="21599" y="9238"/>
                      <a:pt x="21145" y="8684"/>
                      <a:pt x="20513" y="855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" name="AutoShape 124"/>
              <p:cNvSpPr/>
              <p:nvPr/>
            </p:nvSpPr>
            <p:spPr bwMode="auto">
              <a:xfrm>
                <a:off x="4570413" y="2712244"/>
                <a:ext cx="203200" cy="2032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0250"/>
                    </a:moveTo>
                    <a:cubicBezTo>
                      <a:pt x="5580" y="20250"/>
                      <a:pt x="1350" y="16017"/>
                      <a:pt x="1350" y="10800"/>
                    </a:cubicBezTo>
                    <a:cubicBezTo>
                      <a:pt x="1350" y="5582"/>
                      <a:pt x="5580" y="1349"/>
                      <a:pt x="10800" y="1349"/>
                    </a:cubicBezTo>
                    <a:cubicBezTo>
                      <a:pt x="16016" y="1349"/>
                      <a:pt x="20250" y="5582"/>
                      <a:pt x="20250" y="10800"/>
                    </a:cubicBezTo>
                    <a:cubicBezTo>
                      <a:pt x="20250" y="16017"/>
                      <a:pt x="16016" y="20250"/>
                      <a:pt x="10800" y="20250"/>
                    </a:cubicBezTo>
                    <a:moveTo>
                      <a:pt x="10800" y="0"/>
                    </a:moveTo>
                    <a:cubicBezTo>
                      <a:pt x="4836" y="0"/>
                      <a:pt x="0" y="4836"/>
                      <a:pt x="0" y="10800"/>
                    </a:cubicBezTo>
                    <a:cubicBezTo>
                      <a:pt x="0" y="16763"/>
                      <a:pt x="4836" y="21600"/>
                      <a:pt x="10800" y="21600"/>
                    </a:cubicBezTo>
                    <a:cubicBezTo>
                      <a:pt x="16763" y="21600"/>
                      <a:pt x="21599" y="16763"/>
                      <a:pt x="21599" y="10800"/>
                    </a:cubicBezTo>
                    <a:cubicBezTo>
                      <a:pt x="21599" y="4836"/>
                      <a:pt x="16763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AutoShape 125"/>
              <p:cNvSpPr/>
              <p:nvPr/>
            </p:nvSpPr>
            <p:spPr bwMode="auto">
              <a:xfrm>
                <a:off x="4613275" y="2755900"/>
                <a:ext cx="116682" cy="11668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18900"/>
                    </a:moveTo>
                    <a:cubicBezTo>
                      <a:pt x="6328" y="18900"/>
                      <a:pt x="2699" y="15271"/>
                      <a:pt x="2699" y="10800"/>
                    </a:cubicBezTo>
                    <a:cubicBezTo>
                      <a:pt x="2699" y="6329"/>
                      <a:pt x="6328" y="2700"/>
                      <a:pt x="10800" y="2700"/>
                    </a:cubicBezTo>
                    <a:cubicBezTo>
                      <a:pt x="15271" y="2700"/>
                      <a:pt x="18899" y="6329"/>
                      <a:pt x="18899" y="10800"/>
                    </a:cubicBezTo>
                    <a:cubicBezTo>
                      <a:pt x="18899" y="15271"/>
                      <a:pt x="15271" y="18900"/>
                      <a:pt x="10800" y="18900"/>
                    </a:cubicBezTo>
                    <a:moveTo>
                      <a:pt x="10800" y="0"/>
                    </a:moveTo>
                    <a:cubicBezTo>
                      <a:pt x="4830" y="0"/>
                      <a:pt x="0" y="4833"/>
                      <a:pt x="0" y="10800"/>
                    </a:cubicBezTo>
                    <a:cubicBezTo>
                      <a:pt x="0" y="16766"/>
                      <a:pt x="4830" y="21599"/>
                      <a:pt x="10800" y="21599"/>
                    </a:cubicBezTo>
                    <a:cubicBezTo>
                      <a:pt x="16764" y="21599"/>
                      <a:pt x="21600" y="16766"/>
                      <a:pt x="21600" y="10800"/>
                    </a:cubicBezTo>
                    <a:cubicBezTo>
                      <a:pt x="21600" y="4833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9736806" y="2784643"/>
            <a:ext cx="1013257" cy="1013257"/>
            <a:chOff x="9736806" y="3230413"/>
            <a:chExt cx="1013257" cy="1013257"/>
          </a:xfrm>
        </p:grpSpPr>
        <p:sp>
          <p:nvSpPr>
            <p:cNvPr id="15" name="矩形 14"/>
            <p:cNvSpPr/>
            <p:nvPr/>
          </p:nvSpPr>
          <p:spPr>
            <a:xfrm rot="13403634">
              <a:off x="9736806" y="3230413"/>
              <a:ext cx="1013257" cy="101325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grpSp>
          <p:nvGrpSpPr>
            <p:cNvPr id="16" name="Group 102"/>
            <p:cNvGrpSpPr/>
            <p:nvPr/>
          </p:nvGrpSpPr>
          <p:grpSpPr>
            <a:xfrm>
              <a:off x="9996579" y="3425464"/>
              <a:ext cx="464344" cy="510778"/>
              <a:chOff x="4439444" y="1652588"/>
              <a:chExt cx="464344" cy="464344"/>
            </a:xfrm>
            <a:solidFill>
              <a:sysClr val="window" lastClr="FFFFFF"/>
            </a:solidFill>
          </p:grpSpPr>
          <p:sp>
            <p:nvSpPr>
              <p:cNvPr id="17" name="AutoShape 136"/>
              <p:cNvSpPr/>
              <p:nvPr/>
            </p:nvSpPr>
            <p:spPr bwMode="auto">
              <a:xfrm>
                <a:off x="4686300" y="1710532"/>
                <a:ext cx="152400" cy="1524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538" y="20579"/>
                    </a:moveTo>
                    <a:lnTo>
                      <a:pt x="19542" y="20579"/>
                    </a:lnTo>
                    <a:cubicBezTo>
                      <a:pt x="19546" y="21142"/>
                      <a:pt x="20004" y="21600"/>
                      <a:pt x="20571" y="21600"/>
                    </a:cubicBezTo>
                    <a:cubicBezTo>
                      <a:pt x="21137" y="21600"/>
                      <a:pt x="21599" y="21138"/>
                      <a:pt x="21599" y="20571"/>
                    </a:cubicBezTo>
                    <a:cubicBezTo>
                      <a:pt x="21599" y="20565"/>
                      <a:pt x="21595" y="20561"/>
                      <a:pt x="21595" y="20555"/>
                    </a:cubicBezTo>
                    <a:cubicBezTo>
                      <a:pt x="21583" y="9221"/>
                      <a:pt x="12411" y="41"/>
                      <a:pt x="1080" y="12"/>
                    </a:cubicBezTo>
                    <a:cubicBezTo>
                      <a:pt x="1064" y="10"/>
                      <a:pt x="1048" y="0"/>
                      <a:pt x="1028" y="0"/>
                    </a:cubicBezTo>
                    <a:cubicBezTo>
                      <a:pt x="458" y="0"/>
                      <a:pt x="0" y="461"/>
                      <a:pt x="0" y="1028"/>
                    </a:cubicBezTo>
                    <a:cubicBezTo>
                      <a:pt x="0" y="1594"/>
                      <a:pt x="458" y="2055"/>
                      <a:pt x="1024" y="2057"/>
                    </a:cubicBezTo>
                    <a:lnTo>
                      <a:pt x="1024" y="2065"/>
                    </a:lnTo>
                    <a:cubicBezTo>
                      <a:pt x="11233" y="2065"/>
                      <a:pt x="19538" y="10370"/>
                      <a:pt x="19538" y="2057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AutoShape 137"/>
              <p:cNvSpPr/>
              <p:nvPr/>
            </p:nvSpPr>
            <p:spPr bwMode="auto">
              <a:xfrm>
                <a:off x="4439444" y="1652588"/>
                <a:ext cx="464344" cy="464344"/>
              </a:xfrm>
              <a:custGeom>
                <a:avLst/>
                <a:gdLst>
                  <a:gd name="T0" fmla="+- 0 10819 195"/>
                  <a:gd name="T1" fmla="*/ T0 w 21248"/>
                  <a:gd name="T2" fmla="*/ 10800 h 21600"/>
                  <a:gd name="T3" fmla="+- 0 10819 195"/>
                  <a:gd name="T4" fmla="*/ T3 w 21248"/>
                  <a:gd name="T5" fmla="*/ 10800 h 21600"/>
                  <a:gd name="T6" fmla="+- 0 10819 195"/>
                  <a:gd name="T7" fmla="*/ T6 w 21248"/>
                  <a:gd name="T8" fmla="*/ 10800 h 21600"/>
                  <a:gd name="T9" fmla="+- 0 10819 195"/>
                  <a:gd name="T10" fmla="*/ T9 w 21248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248" h="21600">
                    <a:moveTo>
                      <a:pt x="19868" y="17133"/>
                    </a:moveTo>
                    <a:cubicBezTo>
                      <a:pt x="19766" y="17386"/>
                      <a:pt x="19525" y="17549"/>
                      <a:pt x="19255" y="17549"/>
                    </a:cubicBezTo>
                    <a:lnTo>
                      <a:pt x="19058" y="17549"/>
                    </a:lnTo>
                    <a:lnTo>
                      <a:pt x="3983" y="2226"/>
                    </a:lnTo>
                    <a:lnTo>
                      <a:pt x="3983" y="2025"/>
                    </a:lnTo>
                    <a:cubicBezTo>
                      <a:pt x="3983" y="1750"/>
                      <a:pt x="4144" y="1506"/>
                      <a:pt x="4393" y="1401"/>
                    </a:cubicBezTo>
                    <a:cubicBezTo>
                      <a:pt x="4475" y="1367"/>
                      <a:pt x="4560" y="1350"/>
                      <a:pt x="4647" y="1350"/>
                    </a:cubicBezTo>
                    <a:cubicBezTo>
                      <a:pt x="4824" y="1350"/>
                      <a:pt x="4991" y="1420"/>
                      <a:pt x="5116" y="1547"/>
                    </a:cubicBezTo>
                    <a:lnTo>
                      <a:pt x="19724" y="16397"/>
                    </a:lnTo>
                    <a:cubicBezTo>
                      <a:pt x="19915" y="16591"/>
                      <a:pt x="19972" y="16880"/>
                      <a:pt x="19868" y="17133"/>
                    </a:cubicBezTo>
                    <a:moveTo>
                      <a:pt x="10121" y="17549"/>
                    </a:moveTo>
                    <a:cubicBezTo>
                      <a:pt x="10017" y="17549"/>
                      <a:pt x="9922" y="17586"/>
                      <a:pt x="9824" y="17609"/>
                    </a:cubicBezTo>
                    <a:lnTo>
                      <a:pt x="3923" y="11612"/>
                    </a:lnTo>
                    <a:cubicBezTo>
                      <a:pt x="3946" y="11512"/>
                      <a:pt x="3982" y="11415"/>
                      <a:pt x="3982" y="11311"/>
                    </a:cubicBezTo>
                    <a:lnTo>
                      <a:pt x="3983" y="3180"/>
                    </a:lnTo>
                    <a:lnTo>
                      <a:pt x="18119" y="17549"/>
                    </a:lnTo>
                    <a:cubicBezTo>
                      <a:pt x="18119" y="17549"/>
                      <a:pt x="10121" y="17549"/>
                      <a:pt x="10121" y="17549"/>
                    </a:cubicBezTo>
                    <a:close/>
                    <a:moveTo>
                      <a:pt x="9182" y="17945"/>
                    </a:moveTo>
                    <a:lnTo>
                      <a:pt x="7109" y="20052"/>
                    </a:lnTo>
                    <a:cubicBezTo>
                      <a:pt x="6939" y="20224"/>
                      <a:pt x="6742" y="20249"/>
                      <a:pt x="6640" y="20249"/>
                    </a:cubicBezTo>
                    <a:cubicBezTo>
                      <a:pt x="6537" y="20249"/>
                      <a:pt x="6339" y="20224"/>
                      <a:pt x="6170" y="20052"/>
                    </a:cubicBezTo>
                    <a:lnTo>
                      <a:pt x="1522" y="15327"/>
                    </a:lnTo>
                    <a:cubicBezTo>
                      <a:pt x="1352" y="15154"/>
                      <a:pt x="1327" y="14953"/>
                      <a:pt x="1327" y="14850"/>
                    </a:cubicBezTo>
                    <a:cubicBezTo>
                      <a:pt x="1327" y="14745"/>
                      <a:pt x="1352" y="14544"/>
                      <a:pt x="1522" y="14373"/>
                    </a:cubicBezTo>
                    <a:lnTo>
                      <a:pt x="3593" y="12266"/>
                    </a:lnTo>
                    <a:cubicBezTo>
                      <a:pt x="3599" y="12260"/>
                      <a:pt x="3601" y="12251"/>
                      <a:pt x="3607" y="12245"/>
                    </a:cubicBezTo>
                    <a:lnTo>
                      <a:pt x="9202" y="17932"/>
                    </a:lnTo>
                    <a:cubicBezTo>
                      <a:pt x="9196" y="17937"/>
                      <a:pt x="9187" y="17939"/>
                      <a:pt x="9182" y="17945"/>
                    </a:cubicBezTo>
                    <a:moveTo>
                      <a:pt x="6056" y="593"/>
                    </a:moveTo>
                    <a:cubicBezTo>
                      <a:pt x="5675" y="205"/>
                      <a:pt x="5165" y="0"/>
                      <a:pt x="4647" y="0"/>
                    </a:cubicBezTo>
                    <a:cubicBezTo>
                      <a:pt x="4390" y="0"/>
                      <a:pt x="4132" y="49"/>
                      <a:pt x="3885" y="154"/>
                    </a:cubicBezTo>
                    <a:cubicBezTo>
                      <a:pt x="3141" y="467"/>
                      <a:pt x="2655" y="1205"/>
                      <a:pt x="2655" y="2025"/>
                    </a:cubicBezTo>
                    <a:lnTo>
                      <a:pt x="2654" y="11311"/>
                    </a:lnTo>
                    <a:lnTo>
                      <a:pt x="583" y="13418"/>
                    </a:lnTo>
                    <a:cubicBezTo>
                      <a:pt x="-195" y="14208"/>
                      <a:pt x="-195" y="15491"/>
                      <a:pt x="583" y="16281"/>
                    </a:cubicBezTo>
                    <a:lnTo>
                      <a:pt x="5231" y="21006"/>
                    </a:lnTo>
                    <a:cubicBezTo>
                      <a:pt x="5620" y="21402"/>
                      <a:pt x="6131" y="21599"/>
                      <a:pt x="6640" y="21599"/>
                    </a:cubicBezTo>
                    <a:cubicBezTo>
                      <a:pt x="7150" y="21599"/>
                      <a:pt x="7659" y="21402"/>
                      <a:pt x="8048" y="21006"/>
                    </a:cubicBezTo>
                    <a:lnTo>
                      <a:pt x="10121" y="18900"/>
                    </a:lnTo>
                    <a:lnTo>
                      <a:pt x="19255" y="18900"/>
                    </a:lnTo>
                    <a:cubicBezTo>
                      <a:pt x="20062" y="18900"/>
                      <a:pt x="20788" y="18407"/>
                      <a:pt x="21095" y="17650"/>
                    </a:cubicBezTo>
                    <a:cubicBezTo>
                      <a:pt x="21405" y="16893"/>
                      <a:pt x="21234" y="16022"/>
                      <a:pt x="20663" y="15443"/>
                    </a:cubicBezTo>
                    <a:cubicBezTo>
                      <a:pt x="20663" y="15443"/>
                      <a:pt x="6056" y="593"/>
                      <a:pt x="6056" y="59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AutoShape 138"/>
              <p:cNvSpPr/>
              <p:nvPr/>
            </p:nvSpPr>
            <p:spPr bwMode="auto">
              <a:xfrm>
                <a:off x="4686300" y="1652588"/>
                <a:ext cx="217488" cy="2174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37" y="2880"/>
                    </a:moveTo>
                    <a:lnTo>
                      <a:pt x="1437" y="2885"/>
                    </a:lnTo>
                    <a:cubicBezTo>
                      <a:pt x="10965" y="2885"/>
                      <a:pt x="18717" y="10637"/>
                      <a:pt x="18717" y="20165"/>
                    </a:cubicBezTo>
                    <a:lnTo>
                      <a:pt x="18720" y="20165"/>
                    </a:lnTo>
                    <a:cubicBezTo>
                      <a:pt x="18722" y="20959"/>
                      <a:pt x="19366" y="21600"/>
                      <a:pt x="20160" y="21600"/>
                    </a:cubicBezTo>
                    <a:cubicBezTo>
                      <a:pt x="20955" y="21600"/>
                      <a:pt x="21599" y="20956"/>
                      <a:pt x="21599" y="20160"/>
                    </a:cubicBezTo>
                    <a:cubicBezTo>
                      <a:pt x="21599" y="20155"/>
                      <a:pt x="21597" y="20152"/>
                      <a:pt x="21597" y="20148"/>
                    </a:cubicBezTo>
                    <a:cubicBezTo>
                      <a:pt x="21588" y="9034"/>
                      <a:pt x="12588" y="28"/>
                      <a:pt x="1476" y="8"/>
                    </a:cubicBezTo>
                    <a:cubicBezTo>
                      <a:pt x="1465" y="7"/>
                      <a:pt x="1454" y="0"/>
                      <a:pt x="1440" y="0"/>
                    </a:cubicBezTo>
                    <a:cubicBezTo>
                      <a:pt x="644" y="0"/>
                      <a:pt x="0" y="644"/>
                      <a:pt x="0" y="1440"/>
                    </a:cubicBezTo>
                    <a:cubicBezTo>
                      <a:pt x="0" y="2234"/>
                      <a:pt x="644" y="2878"/>
                      <a:pt x="1437" y="288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7667246" y="2784643"/>
            <a:ext cx="1013257" cy="1013257"/>
            <a:chOff x="7667246" y="3230413"/>
            <a:chExt cx="1013257" cy="1013257"/>
          </a:xfrm>
        </p:grpSpPr>
        <p:sp>
          <p:nvSpPr>
            <p:cNvPr id="21" name="矩形 20"/>
            <p:cNvSpPr/>
            <p:nvPr/>
          </p:nvSpPr>
          <p:spPr>
            <a:xfrm rot="13403634">
              <a:off x="7667246" y="3230413"/>
              <a:ext cx="1013257" cy="1013257"/>
            </a:xfrm>
            <a:prstGeom prst="rect">
              <a:avLst/>
            </a:prstGeom>
            <a:solidFill>
              <a:srgbClr val="F17F4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grpSp>
          <p:nvGrpSpPr>
            <p:cNvPr id="22" name="Group 52"/>
            <p:cNvGrpSpPr/>
            <p:nvPr/>
          </p:nvGrpSpPr>
          <p:grpSpPr>
            <a:xfrm>
              <a:off x="7928003" y="3493934"/>
              <a:ext cx="561856" cy="562817"/>
              <a:chOff x="9145588" y="4435475"/>
              <a:chExt cx="464344" cy="465138"/>
            </a:xfrm>
            <a:solidFill>
              <a:sysClr val="window" lastClr="FFFFFF"/>
            </a:solidFill>
          </p:grpSpPr>
          <p:sp>
            <p:nvSpPr>
              <p:cNvPr id="23" name="AutoShape 7"/>
              <p:cNvSpPr/>
              <p:nvPr/>
            </p:nvSpPr>
            <p:spPr bwMode="auto">
              <a:xfrm>
                <a:off x="9145588" y="4435475"/>
                <a:ext cx="464344" cy="465138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4" name="AutoShape 8"/>
              <p:cNvSpPr/>
              <p:nvPr/>
            </p:nvSpPr>
            <p:spPr bwMode="auto">
              <a:xfrm>
                <a:off x="9348788" y="4638675"/>
                <a:ext cx="57944" cy="57944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5" name="AutoShape 9"/>
              <p:cNvSpPr/>
              <p:nvPr/>
            </p:nvSpPr>
            <p:spPr bwMode="auto">
              <a:xfrm>
                <a:off x="9290050" y="4580732"/>
                <a:ext cx="174625" cy="174625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6" name="AutoShape 10"/>
              <p:cNvSpPr/>
              <p:nvPr/>
            </p:nvSpPr>
            <p:spPr bwMode="auto">
              <a:xfrm>
                <a:off x="9406732" y="4696619"/>
                <a:ext cx="72231" cy="74613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7" name="AutoShape 11"/>
              <p:cNvSpPr/>
              <p:nvPr/>
            </p:nvSpPr>
            <p:spPr bwMode="auto">
              <a:xfrm>
                <a:off x="9435307" y="4725988"/>
                <a:ext cx="103981" cy="106363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8" name="AutoShape 12"/>
              <p:cNvSpPr/>
              <p:nvPr/>
            </p:nvSpPr>
            <p:spPr bwMode="auto">
              <a:xfrm>
                <a:off x="9421019" y="4711700"/>
                <a:ext cx="88106" cy="89694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AutoShape 13"/>
              <p:cNvSpPr/>
              <p:nvPr/>
            </p:nvSpPr>
            <p:spPr bwMode="auto">
              <a:xfrm>
                <a:off x="9275763" y="4566444"/>
                <a:ext cx="73025" cy="73819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AutoShape 14"/>
              <p:cNvSpPr/>
              <p:nvPr/>
            </p:nvSpPr>
            <p:spPr bwMode="auto">
              <a:xfrm>
                <a:off x="9217819" y="4508500"/>
                <a:ext cx="103981" cy="105569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2" name="AutoShape 15"/>
              <p:cNvSpPr/>
              <p:nvPr/>
            </p:nvSpPr>
            <p:spPr bwMode="auto">
              <a:xfrm>
                <a:off x="9247188" y="4537075"/>
                <a:ext cx="88107" cy="90488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3497934" y="2784643"/>
            <a:ext cx="1013257" cy="1013257"/>
            <a:chOff x="3497934" y="3230413"/>
            <a:chExt cx="1013257" cy="1013257"/>
          </a:xfrm>
        </p:grpSpPr>
        <p:sp>
          <p:nvSpPr>
            <p:cNvPr id="34" name="矩形 33"/>
            <p:cNvSpPr/>
            <p:nvPr/>
          </p:nvSpPr>
          <p:spPr>
            <a:xfrm rot="13403634">
              <a:off x="3497934" y="3230413"/>
              <a:ext cx="1013257" cy="1013257"/>
            </a:xfrm>
            <a:prstGeom prst="rect">
              <a:avLst/>
            </a:prstGeom>
            <a:solidFill>
              <a:srgbClr val="5357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endParaRPr>
            </a:p>
          </p:txBody>
        </p:sp>
        <p:grpSp>
          <p:nvGrpSpPr>
            <p:cNvPr id="35" name="Group 68"/>
            <p:cNvGrpSpPr/>
            <p:nvPr/>
          </p:nvGrpSpPr>
          <p:grpSpPr>
            <a:xfrm>
              <a:off x="3782703" y="3487811"/>
              <a:ext cx="424707" cy="562817"/>
              <a:chOff x="3582988" y="3510757"/>
              <a:chExt cx="319088" cy="465138"/>
            </a:xfrm>
            <a:solidFill>
              <a:sysClr val="window" lastClr="FFFFFF"/>
            </a:solidFill>
          </p:grpSpPr>
          <p:sp>
            <p:nvSpPr>
              <p:cNvPr id="36" name="AutoShape 113"/>
              <p:cNvSpPr/>
              <p:nvPr/>
            </p:nvSpPr>
            <p:spPr bwMode="auto">
              <a:xfrm>
                <a:off x="3582988" y="3510757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AutoShape 114"/>
              <p:cNvSpPr/>
              <p:nvPr/>
            </p:nvSpPr>
            <p:spPr bwMode="auto">
              <a:xfrm>
                <a:off x="3655219" y="3583782"/>
                <a:ext cx="94456" cy="944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8" name="Subtitle 2"/>
          <p:cNvSpPr txBox="1"/>
          <p:nvPr/>
        </p:nvSpPr>
        <p:spPr bwMode="auto">
          <a:xfrm>
            <a:off x="522012" y="4310636"/>
            <a:ext cx="2750331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993" tIns="72497" rIns="144993" bIns="72497">
            <a:spAutoFit/>
          </a:bodyPr>
          <a:lstStyle>
            <a:lvl1pPr defTabSz="108775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1087755" indent="-285750" defTabSz="108775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2174875" indent="-228600" defTabSz="108775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3262630" indent="-228600" defTabSz="108775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4349750" indent="-228600" defTabSz="108775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48069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52641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57213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61785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065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065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39" name="Subtitle 2"/>
          <p:cNvSpPr txBox="1"/>
          <p:nvPr/>
        </p:nvSpPr>
        <p:spPr bwMode="auto">
          <a:xfrm>
            <a:off x="4720762" y="4317386"/>
            <a:ext cx="2750331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993" tIns="72497" rIns="144993" bIns="72497">
            <a:spAutoFit/>
          </a:bodyPr>
          <a:lstStyle>
            <a:lvl1pPr defTabSz="108775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1087755" indent="-285750" defTabSz="108775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2174875" indent="-228600" defTabSz="108775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3262630" indent="-228600" defTabSz="108775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4349750" indent="-228600" defTabSz="108775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48069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52641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57213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61785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065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065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0" name="Subtitle 2"/>
          <p:cNvSpPr txBox="1"/>
          <p:nvPr/>
        </p:nvSpPr>
        <p:spPr bwMode="auto">
          <a:xfrm>
            <a:off x="9063829" y="4310635"/>
            <a:ext cx="2750331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993" tIns="72497" rIns="144993" bIns="72497">
            <a:spAutoFit/>
          </a:bodyPr>
          <a:lstStyle>
            <a:lvl1pPr defTabSz="108775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1087755" indent="-285750" defTabSz="108775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2174875" indent="-228600" defTabSz="108775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3262630" indent="-228600" defTabSz="108775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4349750" indent="-228600" defTabSz="108775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48069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52641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57213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61785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065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065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1" name="Subtitle 2"/>
          <p:cNvSpPr txBox="1"/>
          <p:nvPr/>
        </p:nvSpPr>
        <p:spPr bwMode="auto">
          <a:xfrm>
            <a:off x="6876444" y="1105327"/>
            <a:ext cx="2750331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993" tIns="72497" rIns="144993" bIns="72497">
            <a:spAutoFit/>
          </a:bodyPr>
          <a:lstStyle>
            <a:lvl1pPr defTabSz="108775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1087755" indent="-285750" defTabSz="108775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2174875" indent="-228600" defTabSz="108775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3262630" indent="-228600" defTabSz="108775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4349750" indent="-228600" defTabSz="108775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48069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52641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57213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61785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065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065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2" name="Subtitle 2"/>
          <p:cNvSpPr txBox="1"/>
          <p:nvPr/>
        </p:nvSpPr>
        <p:spPr bwMode="auto">
          <a:xfrm>
            <a:off x="2750947" y="1175439"/>
            <a:ext cx="2750331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993" tIns="72497" rIns="144993" bIns="72497">
            <a:spAutoFit/>
          </a:bodyPr>
          <a:lstStyle>
            <a:lvl1pPr defTabSz="108775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1087755" indent="-285750" defTabSz="108775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2174875" indent="-228600" defTabSz="108775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3262630" indent="-228600" defTabSz="108775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4349750" indent="-228600" defTabSz="108775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48069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52641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57213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6178550" indent="-228600" defTabSz="108775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  <a:p>
            <a:pPr algn="ctr">
              <a:lnSpc>
                <a:spcPct val="120000"/>
              </a:lnSpc>
              <a:buFontTx/>
              <a:buNone/>
            </a:pPr>
            <a:r>
              <a:rPr lang="zh-CN" altLang="en-US" sz="1065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065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/>
          <p:nvPr/>
        </p:nvSpPr>
        <p:spPr>
          <a:xfrm>
            <a:off x="787400" y="156315"/>
            <a:ext cx="51943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YOUR TITLE HERE</a:t>
            </a:r>
            <a:endParaRPr lang="zh-CN" altLang="en-US" sz="3200" b="1"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弧形 2"/>
          <p:cNvSpPr/>
          <p:nvPr/>
        </p:nvSpPr>
        <p:spPr>
          <a:xfrm>
            <a:off x="1398361" y="1902398"/>
            <a:ext cx="1438976" cy="1438972"/>
          </a:xfrm>
          <a:prstGeom prst="arc">
            <a:avLst>
              <a:gd name="adj1" fmla="val 16389513"/>
              <a:gd name="adj2" fmla="val 10813095"/>
            </a:avLst>
          </a:prstGeom>
          <a:noFill/>
          <a:ln w="57150" cap="rnd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6B42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4000" y="2329497"/>
            <a:ext cx="6477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r>
              <a:rPr lang="en-US" altLang="zh-CN" sz="3200">
                <a:solidFill>
                  <a:prstClr val="black">
                    <a:lumMod val="65000"/>
                    <a:lumOff val="35000"/>
                  </a:prst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01</a:t>
            </a:r>
            <a:endParaRPr lang="zh-CN" altLang="en-US" sz="3200">
              <a:solidFill>
                <a:prstClr val="black">
                  <a:lumMod val="65000"/>
                  <a:lumOff val="35000"/>
                </a:prst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3000830" y="2229468"/>
            <a:ext cx="281989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3000829" y="1893086"/>
            <a:ext cx="1955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400" spc="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en-US" sz="1800" b="1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7" name="弧形 6"/>
          <p:cNvSpPr/>
          <p:nvPr/>
        </p:nvSpPr>
        <p:spPr>
          <a:xfrm>
            <a:off x="6272185" y="1902398"/>
            <a:ext cx="1438976" cy="1438972"/>
          </a:xfrm>
          <a:prstGeom prst="arc">
            <a:avLst>
              <a:gd name="adj1" fmla="val 16389513"/>
              <a:gd name="adj2" fmla="val 12252229"/>
            </a:avLst>
          </a:prstGeom>
          <a:noFill/>
          <a:ln w="57150" cap="rnd" cmpd="sng" algn="ctr">
            <a:solidFill>
              <a:srgbClr val="F17F42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6B42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67824" y="2329497"/>
            <a:ext cx="6477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r>
              <a:rPr lang="en-US" altLang="zh-CN" sz="3200">
                <a:solidFill>
                  <a:prstClr val="black">
                    <a:lumMod val="65000"/>
                    <a:lumOff val="35000"/>
                  </a:prst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02</a:t>
            </a:r>
            <a:endParaRPr lang="zh-CN" altLang="en-US" sz="3200">
              <a:solidFill>
                <a:prstClr val="black">
                  <a:lumMod val="65000"/>
                  <a:lumOff val="35000"/>
                </a:prst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7976249" y="2237163"/>
            <a:ext cx="288225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7976247" y="1890914"/>
            <a:ext cx="1955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spc="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en-US" sz="1800" b="1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1" name="弧形 10"/>
          <p:cNvSpPr/>
          <p:nvPr/>
        </p:nvSpPr>
        <p:spPr>
          <a:xfrm>
            <a:off x="1398361" y="3934860"/>
            <a:ext cx="1438976" cy="1438972"/>
          </a:xfrm>
          <a:prstGeom prst="arc">
            <a:avLst>
              <a:gd name="adj1" fmla="val 16389513"/>
              <a:gd name="adj2" fmla="val 7273658"/>
            </a:avLst>
          </a:prstGeom>
          <a:noFill/>
          <a:ln w="57150" cap="rnd" cmpd="sng" algn="ctr">
            <a:solidFill>
              <a:srgbClr val="D99262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6B42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4000" y="4361959"/>
            <a:ext cx="6477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r>
              <a:rPr lang="en-US" altLang="zh-CN" sz="3200">
                <a:solidFill>
                  <a:prstClr val="black">
                    <a:lumMod val="65000"/>
                    <a:lumOff val="35000"/>
                  </a:prst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03</a:t>
            </a:r>
            <a:endParaRPr lang="zh-CN" altLang="en-US" sz="3200">
              <a:solidFill>
                <a:prstClr val="black">
                  <a:lumMod val="65000"/>
                  <a:lumOff val="35000"/>
                </a:prst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3000829" y="4388525"/>
            <a:ext cx="281989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4" name="TextBox 3"/>
          <p:cNvSpPr txBox="1"/>
          <p:nvPr/>
        </p:nvSpPr>
        <p:spPr>
          <a:xfrm>
            <a:off x="3000829" y="4023405"/>
            <a:ext cx="1955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spc="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en-US" sz="1800" b="1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5" name="弧形 14"/>
          <p:cNvSpPr/>
          <p:nvPr/>
        </p:nvSpPr>
        <p:spPr>
          <a:xfrm>
            <a:off x="6272185" y="3934860"/>
            <a:ext cx="1438976" cy="1438972"/>
          </a:xfrm>
          <a:prstGeom prst="arc">
            <a:avLst>
              <a:gd name="adj1" fmla="val 16389513"/>
              <a:gd name="adj2" fmla="val 2888580"/>
            </a:avLst>
          </a:prstGeom>
          <a:noFill/>
          <a:ln w="57150" cap="rnd" cmpd="sng" algn="ctr">
            <a:solidFill>
              <a:srgbClr val="53575A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FF6B42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67824" y="4361959"/>
            <a:ext cx="6477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40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pPr algn="ctr"/>
            <a:r>
              <a:rPr lang="en-US" altLang="zh-CN" sz="3200">
                <a:solidFill>
                  <a:prstClr val="black">
                    <a:lumMod val="65000"/>
                    <a:lumOff val="35000"/>
                  </a:prst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04</a:t>
            </a:r>
            <a:endParaRPr lang="en-US" altLang="zh-CN" sz="3200">
              <a:solidFill>
                <a:prstClr val="black">
                  <a:lumMod val="65000"/>
                  <a:lumOff val="35000"/>
                </a:prst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7" name="TextBox 2"/>
          <p:cNvSpPr txBox="1"/>
          <p:nvPr/>
        </p:nvSpPr>
        <p:spPr>
          <a:xfrm>
            <a:off x="7976248" y="4388525"/>
            <a:ext cx="288225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Presentations are communication tools that can be used as speeches, reports, and more.</a:t>
            </a:r>
            <a:endParaRPr lang="zh-CN" altLang="en-US" sz="120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18" name="TextBox 3"/>
          <p:cNvSpPr txBox="1"/>
          <p:nvPr/>
        </p:nvSpPr>
        <p:spPr>
          <a:xfrm>
            <a:off x="7976247" y="4023405"/>
            <a:ext cx="1955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spc="0">
                <a:gradFill flip="none" rotWithShape="1">
                  <a:gsLst>
                    <a:gs pos="100000">
                      <a:srgbClr val="D49D57"/>
                    </a:gs>
                    <a:gs pos="30000">
                      <a:srgbClr val="F9EDD8"/>
                    </a:gs>
                    <a:gs pos="0">
                      <a:srgbClr val="F4DEBD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en-US" sz="1800" b="1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Your Title Here </a:t>
            </a:r>
            <a:endParaRPr lang="zh-CN" altLang="en-US" sz="1800" b="1">
              <a:solidFill>
                <a:schemeClr val="tx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6630236" y="-1"/>
            <a:ext cx="5561764" cy="6858001"/>
            <a:chOff x="5746998" y="-1"/>
            <a:chExt cx="5561764" cy="685800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380"/>
            <a:stretch>
              <a:fillRect/>
            </a:stretch>
          </p:blipFill>
          <p:spPr>
            <a:xfrm>
              <a:off x="6081294" y="0"/>
              <a:ext cx="5227468" cy="685800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01"/>
            <a:stretch>
              <a:fillRect/>
            </a:stretch>
          </p:blipFill>
          <p:spPr>
            <a:xfrm>
              <a:off x="5746998" y="-1"/>
              <a:ext cx="2589134" cy="4985657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/>
        </p:nvSpPr>
        <p:spPr>
          <a:xfrm>
            <a:off x="602253" y="2432738"/>
            <a:ext cx="611070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cap="all" dirty="0">
                <a:solidFill>
                  <a:srgbClr val="F3901E"/>
                </a:solidFill>
                <a:uFillTx/>
                <a:latin typeface="Open Sans ExtraBold" panose="020B0906030804020204" charset="0"/>
                <a:ea typeface="Open Sans SemiBold" panose="020B0706030804020204" charset="0"/>
                <a:cs typeface="Open Sans ExtraBold" panose="020B0906030804020204" charset="0"/>
                <a:sym typeface="Arial" panose="020B0604020202020204" pitchFamily="34" charset="0"/>
              </a:rPr>
              <a:t>THE END</a:t>
            </a:r>
            <a:endParaRPr lang="zh-CN" altLang="en-US" sz="6600" cap="all" dirty="0">
              <a:solidFill>
                <a:srgbClr val="F3901E"/>
              </a:solidFill>
              <a:uFillTx/>
              <a:latin typeface="Open Sans ExtraBold" panose="020B0906030804020204" charset="0"/>
              <a:ea typeface="Open Sans SemiBold" panose="020B0706030804020204" charset="0"/>
              <a:cs typeface="Open Sans ExtraBold" panose="020B0906030804020204" charset="0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16206" y="3935320"/>
            <a:ext cx="690344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0" sz="1200" b="0" i="0" u="none" strike="noStrike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Presentations are communication tools that can be used as demonstrations, lectures, speeches, reports, and more. Most of the time, they're presented before an audience. 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795552" y="4975540"/>
            <a:ext cx="1590066" cy="412455"/>
          </a:xfrm>
          <a:prstGeom prst="roundRect">
            <a:avLst>
              <a:gd name="adj" fmla="val 50000"/>
            </a:avLst>
          </a:prstGeom>
          <a:solidFill>
            <a:srgbClr val="F3901E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Reporter: XX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" panose="020B0606030504020204" charset="0"/>
                <a:ea typeface="Open Sans" panose="020B0606030504020204" charset="0"/>
                <a:cs typeface="+mn-ea"/>
                <a:sym typeface="Arial" panose="020B0604020202020204" pitchFamily="34" charset="0"/>
              </a:rPr>
              <a:t>X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" panose="020B0606030504020204" charset="0"/>
              <a:ea typeface="Open Sans" panose="020B060603050402020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6206" y="3462653"/>
            <a:ext cx="5036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dirty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  <a:sym typeface="Arial" panose="020B0604020202020204" pitchFamily="34" charset="0"/>
              </a:rPr>
              <a:t>MICRO LECTURE THEME EDUCATION</a:t>
            </a:r>
            <a:endParaRPr lang="zh-CN" altLang="en-US" dirty="0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800703" y="2379465"/>
            <a:ext cx="1407493" cy="1407493"/>
          </a:xfrm>
          <a:prstGeom prst="ellipse">
            <a:avLst/>
          </a:prstGeom>
          <a:blipFill>
            <a:blip r:embed="rId3"/>
            <a:stretch>
              <a:fillRect l="-25519" r="-25424"/>
            </a:stretch>
          </a:blipFill>
          <a:ln w="28575">
            <a:solidFill>
              <a:srgbClr val="4B4B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6280" y="1602740"/>
            <a:ext cx="2545080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4000" dirty="0">
                <a:solidFill>
                  <a:srgbClr val="4B4B4C"/>
                </a:solidFill>
                <a:latin typeface="Open Sans SemiBold" panose="020B0706030804020204" charset="0"/>
                <a:ea typeface="Open Sans SemiBold" panose="020B0706030804020204" charset="0"/>
                <a:cs typeface="+mn-ea"/>
                <a:sym typeface="Arial" panose="020B0604020202020204" pitchFamily="34" charset="0"/>
              </a:rPr>
              <a:t>LOGO</a:t>
            </a:r>
            <a:endParaRPr lang="en-US" altLang="zh-CN" sz="4000" dirty="0">
              <a:solidFill>
                <a:srgbClr val="4B4B4C"/>
              </a:solidFill>
              <a:latin typeface="Open Sans SemiBold" panose="020B0706030804020204" charset="0"/>
              <a:ea typeface="Open Sans SemiBold" panose="020B070603080402020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d7f09ffa-f9c0-4bda-b565-b377fb452f3e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​​">
  <a:themeElements>
    <a:clrScheme name="自定义 34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8F1E"/>
      </a:accent1>
      <a:accent2>
        <a:srgbClr val="262626"/>
      </a:accent2>
      <a:accent3>
        <a:srgbClr val="3F3F3F"/>
      </a:accent3>
      <a:accent4>
        <a:srgbClr val="F38F1E"/>
      </a:accent4>
      <a:accent5>
        <a:srgbClr val="262626"/>
      </a:accent5>
      <a:accent6>
        <a:srgbClr val="3F3F3F"/>
      </a:accent6>
      <a:hlink>
        <a:srgbClr val="0563C1"/>
      </a:hlink>
      <a:folHlink>
        <a:srgbClr val="954F72"/>
      </a:folHlink>
    </a:clrScheme>
    <a:fontScheme name="tfwlsy0h">
      <a:majorFont>
        <a:latin typeface="Open Sans"/>
        <a:ea typeface="Open Sans"/>
        <a:cs typeface=""/>
      </a:majorFont>
      <a:minorFont>
        <a:latin typeface="Open Sans"/>
        <a:ea typeface="Open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5846</Words>
  <Application>WPS 演示</Application>
  <PresentationFormat>宽屏</PresentationFormat>
  <Paragraphs>361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Arial</vt:lpstr>
      <vt:lpstr>宋体</vt:lpstr>
      <vt:lpstr>Wingdings</vt:lpstr>
      <vt:lpstr>汉仪润圆-75W</vt:lpstr>
      <vt:lpstr>汉仪旗黑-60S</vt:lpstr>
      <vt:lpstr>黑体</vt:lpstr>
      <vt:lpstr>Franklin Gothic Book</vt:lpstr>
      <vt:lpstr>微软雅黑</vt:lpstr>
      <vt:lpstr>Arial Unicode MS</vt:lpstr>
      <vt:lpstr>等线</vt:lpstr>
      <vt:lpstr>Calibri</vt:lpstr>
      <vt:lpstr>华文黑体</vt:lpstr>
      <vt:lpstr>Neris Thin</vt:lpstr>
      <vt:lpstr>Arial</vt:lpstr>
      <vt:lpstr>Lantinghei SC Demibold</vt:lpstr>
      <vt:lpstr>Open Sans Light</vt:lpstr>
      <vt:lpstr>Segoe Print</vt:lpstr>
      <vt:lpstr>Open Sans</vt:lpstr>
      <vt:lpstr>Open Sans ExtraBold</vt:lpstr>
      <vt:lpstr>Open 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xinyu</cp:lastModifiedBy>
  <cp:revision>73</cp:revision>
  <dcterms:created xsi:type="dcterms:W3CDTF">2020-12-12T12:50:00Z</dcterms:created>
  <dcterms:modified xsi:type="dcterms:W3CDTF">2023-05-12T09:21:24Z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E38B83492EC0493ABBD0E56BA59F4A92_13</vt:lpwstr>
  </property>
</Properties>
</file>